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6" r:id="rId1"/>
  </p:sldMasterIdLst>
  <p:notesMasterIdLst>
    <p:notesMasterId r:id="rId7"/>
  </p:notesMasterIdLst>
  <p:handoutMasterIdLst>
    <p:handoutMasterId r:id="rId8"/>
  </p:handoutMasterIdLst>
  <p:sldIdLst>
    <p:sldId id="2586" r:id="rId2"/>
    <p:sldId id="2583" r:id="rId3"/>
    <p:sldId id="2584" r:id="rId4"/>
    <p:sldId id="2582" r:id="rId5"/>
    <p:sldId id="2585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AAB0"/>
    <a:srgbClr val="3B7579"/>
    <a:srgbClr val="AAD3D6"/>
    <a:srgbClr val="418287"/>
    <a:srgbClr val="DFE3E9"/>
    <a:srgbClr val="1F1F26"/>
    <a:srgbClr val="D6DBE2"/>
    <a:srgbClr val="CCD2DA"/>
    <a:srgbClr val="BBC3CD"/>
    <a:srgbClr val="D3D8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9559" autoAdjust="0"/>
    <p:restoredTop sz="95388" autoAdjust="0"/>
  </p:normalViewPr>
  <p:slideViewPr>
    <p:cSldViewPr snapToGrid="0" snapToObjects="1" showGuides="1">
      <p:cViewPr varScale="1">
        <p:scale>
          <a:sx n="89" d="100"/>
          <a:sy n="89" d="100"/>
        </p:scale>
        <p:origin x="936" y="7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2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5136"/>
    </p:cViewPr>
  </p:sorterViewPr>
  <p:notesViewPr>
    <p:cSldViewPr snapToGrid="0" snapToObjects="1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2018837-64B5-4E20-83A5-89B993CB3C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C2A4FB-A56B-4413-A08B-0E9894B98B4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48B25D-8766-427E-8C9E-4845048D8DFC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977F36-950D-4655-BC4A-F80BE1DBF79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C246FD-229D-4B04-9855-212AD8D784A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A8A28B-0568-4092-BB1A-13C9B073E3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052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F439B-391B-4B41-826A-951FCF412C34}" type="datetimeFigureOut">
              <a:rPr lang="en-US" smtClean="0"/>
              <a:t>9/6/2026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FA0038-7055-434C-B6C4-B8C69565C60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86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2F1A9-7436-D3BE-B6AF-B0E0021EF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25CFCA6-B5D0-CD94-3CEF-66576A7A94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8C5B267-3C4E-565E-5C59-3B673D5AD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736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FA8F5-9074-A964-66B8-03DEE2261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AB085B-4F60-A0A7-17C4-BCFB877FE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C25820-68EB-7AD3-D4C9-5A37264576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38EAA3-52D6-8980-9024-FAADD05BF5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072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FEF1D-636C-B756-8A8A-0BB8A6223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EA5A34-00F2-D929-C773-65131C91EB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9E268E-AE45-B390-8139-DE3EDE0BA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870E4C-B666-8B23-4179-A29C573F28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019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310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300C0-1F13-550C-68D3-5EF3C173E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ACF5B0-9047-44B6-6C81-753646685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5A9051-9E13-DBD2-7367-6B97B02B89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793E4-8C24-B8C4-95DD-4577EDEB33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FA0038-7055-434C-B6C4-B8C69565C60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171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400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848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156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5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292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98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08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594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8194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0927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19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8CBA09E-664D-42AC-81A8-E6756A655750}"/>
              </a:ext>
            </a:extLst>
          </p:cNvPr>
          <p:cNvSpPr/>
          <p:nvPr userDrawn="1"/>
        </p:nvSpPr>
        <p:spPr>
          <a:xfrm>
            <a:off x="0" y="1539433"/>
            <a:ext cx="8866207" cy="5318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CAE461-C0B1-40CE-96C7-BF817A2EA3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1995" cy="6857999"/>
          </a:xfrm>
          <a:custGeom>
            <a:avLst/>
            <a:gdLst>
              <a:gd name="connsiteX0" fmla="*/ 0 w 12191995"/>
              <a:gd name="connsiteY0" fmla="*/ 0 h 6857999"/>
              <a:gd name="connsiteX1" fmla="*/ 12191995 w 12191995"/>
              <a:gd name="connsiteY1" fmla="*/ 0 h 6857999"/>
              <a:gd name="connsiteX2" fmla="*/ 12191995 w 12191995"/>
              <a:gd name="connsiteY2" fmla="*/ 6857999 h 6857999"/>
              <a:gd name="connsiteX3" fmla="*/ 8866207 w 12191995"/>
              <a:gd name="connsiteY3" fmla="*/ 6857999 h 6857999"/>
              <a:gd name="connsiteX4" fmla="*/ 8866207 w 12191995"/>
              <a:gd name="connsiteY4" fmla="*/ 1539432 h 6857999"/>
              <a:gd name="connsiteX5" fmla="*/ 0 w 12191995"/>
              <a:gd name="connsiteY5" fmla="*/ 153943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5" h="6857999">
                <a:moveTo>
                  <a:pt x="0" y="0"/>
                </a:moveTo>
                <a:lnTo>
                  <a:pt x="12191995" y="0"/>
                </a:lnTo>
                <a:lnTo>
                  <a:pt x="12191995" y="6857999"/>
                </a:lnTo>
                <a:lnTo>
                  <a:pt x="8866207" y="6857999"/>
                </a:lnTo>
                <a:lnTo>
                  <a:pt x="8866207" y="1539432"/>
                </a:lnTo>
                <a:lnTo>
                  <a:pt x="0" y="15394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002421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090444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094402" y="1819845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72652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AC775-D0E4-4AE8-B104-8AF0CC99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6626" y="4867539"/>
            <a:ext cx="2356412" cy="1025525"/>
          </a:xfr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5000" b="1">
                <a:solidFill>
                  <a:schemeClr val="tx2"/>
                </a:solidFill>
                <a:latin typeface="+mj-lt"/>
              </a:defRPr>
            </a:lvl1pPr>
          </a:lstStyle>
          <a:p>
            <a:pPr marL="0" lvl="0"/>
            <a:r>
              <a:rPr lang="en-US" dirty="0"/>
              <a:t>Agenda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A648B5A-E380-4E42-882E-71EBF6838E2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778137" y="2225040"/>
            <a:ext cx="3557587" cy="36680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0A47E85-3BCA-460F-8AB1-52D89AC15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59432" y="2055335"/>
            <a:ext cx="4294206" cy="755650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D357C748-EEC9-489A-BCC6-CA3A91E3F2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59432" y="2782449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59136E3C-98E8-457D-ABD1-BA278DBB4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559432" y="4352427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3F9938E0-7CFD-4C1C-88B0-388D25B8B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59432" y="3567438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D274E9A2-3272-442A-A247-A383255C45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559432" y="5137415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42" name="Shape 62">
            <a:extLst>
              <a:ext uri="{FF2B5EF4-FFF2-40B4-BE49-F238E27FC236}">
                <a16:creationId xmlns:a16="http://schemas.microsoft.com/office/drawing/2014/main" id="{2683CBB0-468F-4DD2-853B-FBFFA91B662E}"/>
              </a:ext>
            </a:extLst>
          </p:cNvPr>
          <p:cNvSpPr/>
          <p:nvPr userDrawn="1"/>
        </p:nvSpPr>
        <p:spPr>
          <a:xfrm rot="16200000" flipV="1">
            <a:off x="965155" y="389954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F3CED5-D6C7-4A0B-B731-FDB78F4E3341}"/>
              </a:ext>
            </a:extLst>
          </p:cNvPr>
          <p:cNvSpPr/>
          <p:nvPr userDrawn="1"/>
        </p:nvSpPr>
        <p:spPr>
          <a:xfrm>
            <a:off x="3778137" y="0"/>
            <a:ext cx="3586162" cy="205930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3157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3659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31D0563-B39F-46E6-AC0D-1CDBD9E898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160" y="524172"/>
            <a:ext cx="2578099" cy="2508588"/>
          </a:xfrm>
        </p:spPr>
        <p:txBody>
          <a:bodyPr lIns="0" anchor="t">
            <a:normAutofit/>
          </a:bodyPr>
          <a:lstStyle>
            <a:lvl1pPr algn="l">
              <a:defRPr sz="4000">
                <a:latin typeface="+mj-lt"/>
              </a:defRPr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9" name="Shape 62">
            <a:extLst>
              <a:ext uri="{FF2B5EF4-FFF2-40B4-BE49-F238E27FC236}">
                <a16:creationId xmlns:a16="http://schemas.microsoft.com/office/drawing/2014/main" id="{77A2F74A-3B1A-417B-8998-62F0E7EF0E74}"/>
              </a:ext>
            </a:extLst>
          </p:cNvPr>
          <p:cNvSpPr/>
          <p:nvPr userDrawn="1"/>
        </p:nvSpPr>
        <p:spPr>
          <a:xfrm rot="16200000" flipV="1">
            <a:off x="965155" y="-703069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</p:spTree>
    <p:extLst>
      <p:ext uri="{BB962C8B-B14F-4D97-AF65-F5344CB8AC3E}">
        <p14:creationId xmlns:p14="http://schemas.microsoft.com/office/powerpoint/2010/main" val="4489231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-16640" y="0"/>
            <a:ext cx="1137043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7634288" cy="1325563"/>
          </a:xfrm>
        </p:spPr>
        <p:txBody>
          <a:bodyPr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710961-EE19-42C5-8B1B-B6C98622624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30361" y="4719574"/>
            <a:ext cx="2489200" cy="3124200"/>
          </a:xfrm>
        </p:spPr>
        <p:txBody>
          <a:bodyPr tIns="0" bIns="0" anchor="b">
            <a:noAutofit/>
          </a:bodyPr>
          <a:lstStyle>
            <a:lvl1pPr marL="0" indent="0" algn="r">
              <a:buNone/>
              <a:defRPr sz="30000">
                <a:solidFill>
                  <a:schemeClr val="bg1">
                    <a:alpha val="2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8635031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8CBA09E-664D-42AC-81A8-E6756A655750}"/>
              </a:ext>
            </a:extLst>
          </p:cNvPr>
          <p:cNvSpPr/>
          <p:nvPr userDrawn="1"/>
        </p:nvSpPr>
        <p:spPr>
          <a:xfrm>
            <a:off x="-1" y="1539432"/>
            <a:ext cx="8866207" cy="53185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CAE461-C0B1-40CE-96C7-BF817A2EA3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1995" cy="6857999"/>
          </a:xfrm>
          <a:custGeom>
            <a:avLst/>
            <a:gdLst>
              <a:gd name="connsiteX0" fmla="*/ 0 w 12191995"/>
              <a:gd name="connsiteY0" fmla="*/ 0 h 6857999"/>
              <a:gd name="connsiteX1" fmla="*/ 12191995 w 12191995"/>
              <a:gd name="connsiteY1" fmla="*/ 0 h 6857999"/>
              <a:gd name="connsiteX2" fmla="*/ 12191995 w 12191995"/>
              <a:gd name="connsiteY2" fmla="*/ 6857999 h 6857999"/>
              <a:gd name="connsiteX3" fmla="*/ 8866207 w 12191995"/>
              <a:gd name="connsiteY3" fmla="*/ 6857999 h 6857999"/>
              <a:gd name="connsiteX4" fmla="*/ 8866207 w 12191995"/>
              <a:gd name="connsiteY4" fmla="*/ 1539432 h 6857999"/>
              <a:gd name="connsiteX5" fmla="*/ 0 w 12191995"/>
              <a:gd name="connsiteY5" fmla="*/ 153943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5" h="6857999">
                <a:moveTo>
                  <a:pt x="0" y="0"/>
                </a:moveTo>
                <a:lnTo>
                  <a:pt x="12191995" y="0"/>
                </a:lnTo>
                <a:lnTo>
                  <a:pt x="12191995" y="6857999"/>
                </a:lnTo>
                <a:lnTo>
                  <a:pt x="8866207" y="6857999"/>
                </a:lnTo>
                <a:lnTo>
                  <a:pt x="8866207" y="1539432"/>
                </a:lnTo>
                <a:lnTo>
                  <a:pt x="0" y="15394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002421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090444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WWW.WEBSITENAME.COM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094402" y="1819845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30916583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8CBA09E-664D-42AC-81A8-E6756A655750}"/>
              </a:ext>
            </a:extLst>
          </p:cNvPr>
          <p:cNvSpPr/>
          <p:nvPr userDrawn="1"/>
        </p:nvSpPr>
        <p:spPr>
          <a:xfrm>
            <a:off x="0" y="1539433"/>
            <a:ext cx="8866207" cy="53185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CAE461-C0B1-40CE-96C7-BF817A2EA31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1995" cy="6857999"/>
          </a:xfrm>
          <a:custGeom>
            <a:avLst/>
            <a:gdLst>
              <a:gd name="connsiteX0" fmla="*/ 0 w 12191995"/>
              <a:gd name="connsiteY0" fmla="*/ 0 h 6857999"/>
              <a:gd name="connsiteX1" fmla="*/ 12191995 w 12191995"/>
              <a:gd name="connsiteY1" fmla="*/ 0 h 6857999"/>
              <a:gd name="connsiteX2" fmla="*/ 12191995 w 12191995"/>
              <a:gd name="connsiteY2" fmla="*/ 6857999 h 6857999"/>
              <a:gd name="connsiteX3" fmla="*/ 8866207 w 12191995"/>
              <a:gd name="connsiteY3" fmla="*/ 6857999 h 6857999"/>
              <a:gd name="connsiteX4" fmla="*/ 8866207 w 12191995"/>
              <a:gd name="connsiteY4" fmla="*/ 1539432 h 6857999"/>
              <a:gd name="connsiteX5" fmla="*/ 0 w 12191995"/>
              <a:gd name="connsiteY5" fmla="*/ 1539432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995" h="6857999">
                <a:moveTo>
                  <a:pt x="0" y="0"/>
                </a:moveTo>
                <a:lnTo>
                  <a:pt x="12191995" y="0"/>
                </a:lnTo>
                <a:lnTo>
                  <a:pt x="12191995" y="6857999"/>
                </a:lnTo>
                <a:lnTo>
                  <a:pt x="8866207" y="6857999"/>
                </a:lnTo>
                <a:lnTo>
                  <a:pt x="8866207" y="1539432"/>
                </a:lnTo>
                <a:lnTo>
                  <a:pt x="0" y="153943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002421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090444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094402" y="1819845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15588500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A99C074-A230-B944-8FEA-870A76765C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578736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221857D-ECFA-4D4D-91DF-E365007915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1666759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E1A23DB6-E067-4A30-8C4B-98B452428518}"/>
              </a:ext>
            </a:extLst>
          </p:cNvPr>
          <p:cNvSpPr/>
          <p:nvPr userDrawn="1"/>
        </p:nvSpPr>
        <p:spPr>
          <a:xfrm rot="16200000" flipV="1">
            <a:off x="1094402" y="396160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99E7C9A1-D1C2-4923-B0AE-127044646A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866207" y="0"/>
            <a:ext cx="3325792" cy="6858000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3285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vider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0E919B9B-5D3F-4FF0-A499-8925E9560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708475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89A80859-BDA6-44AA-A750-4E06108B9B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200" y="3796498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0" name="Shape 62">
            <a:extLst>
              <a:ext uri="{FF2B5EF4-FFF2-40B4-BE49-F238E27FC236}">
                <a16:creationId xmlns:a16="http://schemas.microsoft.com/office/drawing/2014/main" id="{171AB7B1-2963-43C8-84A5-2FCF188ACF42}"/>
              </a:ext>
            </a:extLst>
          </p:cNvPr>
          <p:cNvSpPr/>
          <p:nvPr userDrawn="1"/>
        </p:nvSpPr>
        <p:spPr>
          <a:xfrm rot="16200000" flipV="1">
            <a:off x="1094402" y="2525899"/>
            <a:ext cx="1" cy="2188805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AA0C5BA-C2D3-4A68-8EDE-1831408789D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11933381"/>
              <a:gd name="connsiteY0" fmla="*/ 0 h 6858000"/>
              <a:gd name="connsiteX1" fmla="*/ 11933381 w 11933381"/>
              <a:gd name="connsiteY1" fmla="*/ 0 h 6858000"/>
              <a:gd name="connsiteX2" fmla="*/ 11933381 w 11933381"/>
              <a:gd name="connsiteY2" fmla="*/ 6858000 h 6858000"/>
              <a:gd name="connsiteX3" fmla="*/ 0 w 11933381"/>
              <a:gd name="connsiteY3" fmla="*/ 6858000 h 6858000"/>
              <a:gd name="connsiteX4" fmla="*/ 0 w 11933381"/>
              <a:gd name="connsiteY4" fmla="*/ 5854361 h 6858000"/>
              <a:gd name="connsiteX5" fmla="*/ 8109878 w 11933381"/>
              <a:gd name="connsiteY5" fmla="*/ 5854361 h 6858000"/>
              <a:gd name="connsiteX6" fmla="*/ 8109878 w 11933381"/>
              <a:gd name="connsiteY6" fmla="*/ 1949923 h 6858000"/>
              <a:gd name="connsiteX7" fmla="*/ 0 w 11933381"/>
              <a:gd name="connsiteY7" fmla="*/ 19499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933381" h="6858000">
                <a:moveTo>
                  <a:pt x="0" y="0"/>
                </a:moveTo>
                <a:lnTo>
                  <a:pt x="11933381" y="0"/>
                </a:lnTo>
                <a:lnTo>
                  <a:pt x="11933381" y="6858000"/>
                </a:lnTo>
                <a:lnTo>
                  <a:pt x="0" y="6858000"/>
                </a:lnTo>
                <a:lnTo>
                  <a:pt x="0" y="5854361"/>
                </a:lnTo>
                <a:lnTo>
                  <a:pt x="8109878" y="5854361"/>
                </a:lnTo>
                <a:lnTo>
                  <a:pt x="8109878" y="1949923"/>
                </a:lnTo>
                <a:lnTo>
                  <a:pt x="0" y="194992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27372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ivider with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373C762-8092-4F49-BC46-91BCA0557F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12191999"/>
              <a:gd name="connsiteY0" fmla="*/ 0 h 6858000"/>
              <a:gd name="connsiteX1" fmla="*/ 12191999 w 12191999"/>
              <a:gd name="connsiteY1" fmla="*/ 0 h 6858000"/>
              <a:gd name="connsiteX2" fmla="*/ 12191999 w 12191999"/>
              <a:gd name="connsiteY2" fmla="*/ 2430682 h 6858000"/>
              <a:gd name="connsiteX3" fmla="*/ 3823504 w 12191999"/>
              <a:gd name="connsiteY3" fmla="*/ 2430682 h 6858000"/>
              <a:gd name="connsiteX4" fmla="*/ 3823504 w 12191999"/>
              <a:gd name="connsiteY4" fmla="*/ 6335120 h 6858000"/>
              <a:gd name="connsiteX5" fmla="*/ 12191999 w 12191999"/>
              <a:gd name="connsiteY5" fmla="*/ 6335120 h 6858000"/>
              <a:gd name="connsiteX6" fmla="*/ 12191999 w 12191999"/>
              <a:gd name="connsiteY6" fmla="*/ 6858000 h 6858000"/>
              <a:gd name="connsiteX7" fmla="*/ 0 w 12191999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858000">
                <a:moveTo>
                  <a:pt x="0" y="0"/>
                </a:moveTo>
                <a:lnTo>
                  <a:pt x="12191999" y="0"/>
                </a:lnTo>
                <a:lnTo>
                  <a:pt x="12191999" y="2430682"/>
                </a:lnTo>
                <a:lnTo>
                  <a:pt x="3823504" y="2430682"/>
                </a:lnTo>
                <a:lnTo>
                  <a:pt x="3823504" y="6335120"/>
                </a:lnTo>
                <a:lnTo>
                  <a:pt x="12191999" y="6335120"/>
                </a:lnTo>
                <a:lnTo>
                  <a:pt x="12191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0E919B9B-5D3F-4FF0-A499-8925E9560B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03208" y="2870519"/>
            <a:ext cx="7252505" cy="891250"/>
          </a:xfrm>
        </p:spPr>
        <p:txBody>
          <a:bodyPr anchor="t">
            <a:noAutofit/>
          </a:bodyPr>
          <a:lstStyle>
            <a:lvl1pPr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89A80859-BDA6-44AA-A750-4E06108B9B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03209" y="3958542"/>
            <a:ext cx="7252504" cy="338549"/>
          </a:xfrm>
        </p:spPr>
        <p:txBody>
          <a:bodyPr>
            <a:normAutofit/>
          </a:bodyPr>
          <a:lstStyle>
            <a:lvl1pPr marL="0" indent="0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10" name="Shape 62">
            <a:extLst>
              <a:ext uri="{FF2B5EF4-FFF2-40B4-BE49-F238E27FC236}">
                <a16:creationId xmlns:a16="http://schemas.microsoft.com/office/drawing/2014/main" id="{171AB7B1-2963-43C8-84A5-2FCF188ACF42}"/>
              </a:ext>
            </a:extLst>
          </p:cNvPr>
          <p:cNvSpPr/>
          <p:nvPr userDrawn="1"/>
        </p:nvSpPr>
        <p:spPr>
          <a:xfrm rot="16200000" flipV="1">
            <a:off x="4788658" y="2817190"/>
            <a:ext cx="0" cy="1930310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42356504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ivid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652B907-27B2-46E0-B157-E5617EF0413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1999" cy="6858000"/>
          </a:xfrm>
          <a:custGeom>
            <a:avLst/>
            <a:gdLst>
              <a:gd name="connsiteX0" fmla="*/ 0 w 12191999"/>
              <a:gd name="connsiteY0" fmla="*/ 0 h 6553196"/>
              <a:gd name="connsiteX1" fmla="*/ 12191999 w 12191999"/>
              <a:gd name="connsiteY1" fmla="*/ 0 h 6553196"/>
              <a:gd name="connsiteX2" fmla="*/ 12191999 w 12191999"/>
              <a:gd name="connsiteY2" fmla="*/ 6553196 h 6553196"/>
              <a:gd name="connsiteX3" fmla="*/ 9099630 w 12191999"/>
              <a:gd name="connsiteY3" fmla="*/ 6553196 h 6553196"/>
              <a:gd name="connsiteX4" fmla="*/ 9099630 w 12191999"/>
              <a:gd name="connsiteY4" fmla="*/ 2953562 h 6553196"/>
              <a:gd name="connsiteX5" fmla="*/ 731134 w 12191999"/>
              <a:gd name="connsiteY5" fmla="*/ 2953562 h 6553196"/>
              <a:gd name="connsiteX6" fmla="*/ 731134 w 12191999"/>
              <a:gd name="connsiteY6" fmla="*/ 6553196 h 6553196"/>
              <a:gd name="connsiteX7" fmla="*/ 0 w 12191999"/>
              <a:gd name="connsiteY7" fmla="*/ 6553196 h 6553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1999" h="6553196">
                <a:moveTo>
                  <a:pt x="0" y="0"/>
                </a:moveTo>
                <a:lnTo>
                  <a:pt x="12191999" y="0"/>
                </a:lnTo>
                <a:lnTo>
                  <a:pt x="12191999" y="6553196"/>
                </a:lnTo>
                <a:lnTo>
                  <a:pt x="9099630" y="6553196"/>
                </a:lnTo>
                <a:lnTo>
                  <a:pt x="9099630" y="2953562"/>
                </a:lnTo>
                <a:lnTo>
                  <a:pt x="731134" y="2953562"/>
                </a:lnTo>
                <a:lnTo>
                  <a:pt x="731134" y="6553196"/>
                </a:lnTo>
                <a:lnTo>
                  <a:pt x="0" y="6553196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1AEE170-55AC-411A-B257-BD682DE716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20164" y="3379810"/>
            <a:ext cx="7252505" cy="891250"/>
          </a:xfrm>
        </p:spPr>
        <p:txBody>
          <a:bodyPr anchor="t">
            <a:noAutofit/>
          </a:bodyPr>
          <a:lstStyle>
            <a:lvl1pPr algn="l">
              <a:defRPr sz="5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92D701DC-3803-4D06-BFB3-A9F78E4022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20165" y="4467833"/>
            <a:ext cx="7252504" cy="338549"/>
          </a:xfrm>
        </p:spPr>
        <p:txBody>
          <a:bodyPr>
            <a:normAutofit/>
          </a:bodyPr>
          <a:lstStyle>
            <a:lvl1pPr marL="0" indent="0" algn="l">
              <a:buNone/>
              <a:defRPr sz="1600" spc="3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9" name="Shape 62">
            <a:extLst>
              <a:ext uri="{FF2B5EF4-FFF2-40B4-BE49-F238E27FC236}">
                <a16:creationId xmlns:a16="http://schemas.microsoft.com/office/drawing/2014/main" id="{71FB5177-8D30-4482-99E2-8BFEB1D37D9E}"/>
              </a:ext>
            </a:extLst>
          </p:cNvPr>
          <p:cNvSpPr/>
          <p:nvPr userDrawn="1"/>
        </p:nvSpPr>
        <p:spPr>
          <a:xfrm rot="16200000" flipV="1">
            <a:off x="1285385" y="3006251"/>
            <a:ext cx="0" cy="2570770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19050" tIns="19050" rIns="19050" bIns="19050" anchor="ctr"/>
          <a:lstStyle/>
          <a:p>
            <a:pPr algn="l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934178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AC775-D0E4-4AE8-B104-8AF0CC99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6626" y="4867539"/>
            <a:ext cx="2275389" cy="1025525"/>
          </a:xfr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5000" b="1">
                <a:solidFill>
                  <a:schemeClr val="tx2"/>
                </a:solidFill>
                <a:latin typeface="+mj-lt"/>
              </a:defRPr>
            </a:lvl1pPr>
          </a:lstStyle>
          <a:p>
            <a:pPr marL="0" lvl="0"/>
            <a:r>
              <a:rPr lang="en-US" dirty="0"/>
              <a:t>Agenda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A648B5A-E380-4E42-882E-71EBF6838E2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34413" y="812800"/>
            <a:ext cx="3557587" cy="52324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0A47E85-3BCA-460F-8AB1-52D89AC15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55313" y="879710"/>
            <a:ext cx="4294206" cy="755650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D357C748-EEC9-489A-BCC6-CA3A91E3F2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55313" y="1956155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59136E3C-98E8-457D-ABD1-BA278DBB4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55313" y="3032600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3F9938E0-7CFD-4C1C-88B0-388D25B8B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5313" y="4109045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D274E9A2-3272-442A-A247-A383255C45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55313" y="5185490"/>
            <a:ext cx="4294206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text styles</a:t>
            </a:r>
          </a:p>
        </p:txBody>
      </p:sp>
      <p:sp>
        <p:nvSpPr>
          <p:cNvPr id="42" name="Shape 62">
            <a:extLst>
              <a:ext uri="{FF2B5EF4-FFF2-40B4-BE49-F238E27FC236}">
                <a16:creationId xmlns:a16="http://schemas.microsoft.com/office/drawing/2014/main" id="{2683CBB0-468F-4DD2-853B-FBFFA91B662E}"/>
              </a:ext>
            </a:extLst>
          </p:cNvPr>
          <p:cNvSpPr/>
          <p:nvPr userDrawn="1"/>
        </p:nvSpPr>
        <p:spPr>
          <a:xfrm rot="16200000" flipV="1">
            <a:off x="965155" y="389954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12260604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AC775-D0E4-4AE8-B104-8AF0CC9954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6626" y="4867539"/>
            <a:ext cx="2239803" cy="1025525"/>
          </a:xfrm>
          <a:noFill/>
        </p:spPr>
        <p:txBody>
          <a:bodyPr vert="horz" lIns="0" tIns="45720" rIns="91440" bIns="0" rtlCol="0" anchor="b">
            <a:noAutofit/>
          </a:bodyPr>
          <a:lstStyle>
            <a:lvl1pPr>
              <a:defRPr lang="en-US" sz="5000" b="1">
                <a:solidFill>
                  <a:schemeClr val="tx2"/>
                </a:solidFill>
                <a:latin typeface="+mj-lt"/>
              </a:defRPr>
            </a:lvl1pPr>
          </a:lstStyle>
          <a:p>
            <a:pPr marL="0" lvl="0"/>
            <a:r>
              <a:rPr lang="en-US" noProof="0"/>
              <a:t>Agenda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AA648B5A-E380-4E42-882E-71EBF6838E2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34413" y="812800"/>
            <a:ext cx="3557587" cy="52324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A0A47E85-3BCA-460F-8AB1-52D89AC152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76854" y="879710"/>
            <a:ext cx="3983858" cy="755650"/>
          </a:xfrm>
        </p:spPr>
        <p:txBody>
          <a:bodyPr anchor="ctr"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D357C748-EEC9-489A-BCC6-CA3A91E3F2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76854" y="1956155"/>
            <a:ext cx="3983858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59136E3C-98E8-457D-ABD1-BA278DBB491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76854" y="3032600"/>
            <a:ext cx="3983858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3F9938E0-7CFD-4C1C-88B0-388D25B8B1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76854" y="4109045"/>
            <a:ext cx="3983858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6" name="Text Placeholder 30">
            <a:extLst>
              <a:ext uri="{FF2B5EF4-FFF2-40B4-BE49-F238E27FC236}">
                <a16:creationId xmlns:a16="http://schemas.microsoft.com/office/drawing/2014/main" id="{D274E9A2-3272-442A-A247-A383255C45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76854" y="5185490"/>
            <a:ext cx="3983858" cy="75565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</a:t>
            </a:r>
            <a:br>
              <a:rPr lang="en-US" noProof="0"/>
            </a:br>
            <a:r>
              <a:rPr lang="en-US" noProof="0"/>
              <a:t>text styles</a:t>
            </a:r>
          </a:p>
        </p:txBody>
      </p:sp>
      <p:sp>
        <p:nvSpPr>
          <p:cNvPr id="37" name="Text Placeholder 30">
            <a:extLst>
              <a:ext uri="{FF2B5EF4-FFF2-40B4-BE49-F238E27FC236}">
                <a16:creationId xmlns:a16="http://schemas.microsoft.com/office/drawing/2014/main" id="{2D435A30-7C8E-4847-B027-91CBFA15922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27730" y="879710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38" name="Text Placeholder 30">
            <a:extLst>
              <a:ext uri="{FF2B5EF4-FFF2-40B4-BE49-F238E27FC236}">
                <a16:creationId xmlns:a16="http://schemas.microsoft.com/office/drawing/2014/main" id="{819BB324-34C6-4FF7-8780-D294AC6EC5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27730" y="1956155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2</a:t>
            </a:r>
          </a:p>
        </p:txBody>
      </p:sp>
      <p:sp>
        <p:nvSpPr>
          <p:cNvPr id="39" name="Text Placeholder 30">
            <a:extLst>
              <a:ext uri="{FF2B5EF4-FFF2-40B4-BE49-F238E27FC236}">
                <a16:creationId xmlns:a16="http://schemas.microsoft.com/office/drawing/2014/main" id="{43B3C496-FB0A-4924-A341-696D17E2D9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27730" y="3032600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3</a:t>
            </a:r>
          </a:p>
        </p:txBody>
      </p:sp>
      <p:sp>
        <p:nvSpPr>
          <p:cNvPr id="40" name="Text Placeholder 30">
            <a:extLst>
              <a:ext uri="{FF2B5EF4-FFF2-40B4-BE49-F238E27FC236}">
                <a16:creationId xmlns:a16="http://schemas.microsoft.com/office/drawing/2014/main" id="{FEACD5FF-800E-4BB0-82F3-2E0AEF1215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27730" y="4109045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4</a:t>
            </a:r>
          </a:p>
        </p:txBody>
      </p:sp>
      <p:sp>
        <p:nvSpPr>
          <p:cNvPr id="41" name="Text Placeholder 30">
            <a:extLst>
              <a:ext uri="{FF2B5EF4-FFF2-40B4-BE49-F238E27FC236}">
                <a16:creationId xmlns:a16="http://schemas.microsoft.com/office/drawing/2014/main" id="{58B97284-E1BE-4DCD-9CC1-C441D1A857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27730" y="5185490"/>
            <a:ext cx="741082" cy="755650"/>
          </a:xfrm>
        </p:spPr>
        <p:txBody>
          <a:bodyPr rIns="0" anchor="ctr">
            <a:noAutofit/>
          </a:bodyPr>
          <a:lstStyle>
            <a:lvl1pPr marL="0" indent="0" algn="r">
              <a:buNone/>
              <a:defRPr sz="6000">
                <a:solidFill>
                  <a:schemeClr val="accent2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5</a:t>
            </a:r>
          </a:p>
        </p:txBody>
      </p:sp>
      <p:sp>
        <p:nvSpPr>
          <p:cNvPr id="42" name="Shape 62">
            <a:extLst>
              <a:ext uri="{FF2B5EF4-FFF2-40B4-BE49-F238E27FC236}">
                <a16:creationId xmlns:a16="http://schemas.microsoft.com/office/drawing/2014/main" id="{79517603-8FAC-41C9-B5BE-3F8BA7D93CE6}"/>
              </a:ext>
            </a:extLst>
          </p:cNvPr>
          <p:cNvSpPr/>
          <p:nvPr userDrawn="1"/>
        </p:nvSpPr>
        <p:spPr>
          <a:xfrm rot="16200000" flipV="1">
            <a:off x="965155" y="389954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</p:spTree>
    <p:extLst>
      <p:ext uri="{BB962C8B-B14F-4D97-AF65-F5344CB8AC3E}">
        <p14:creationId xmlns:p14="http://schemas.microsoft.com/office/powerpoint/2010/main" val="428314580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0525" y="1193765"/>
            <a:ext cx="6322230" cy="1325563"/>
          </a:xfrm>
        </p:spPr>
        <p:txBody>
          <a:bodyPr lIns="0" anchor="b">
            <a:normAutofit/>
          </a:bodyPr>
          <a:lstStyle>
            <a:lvl1pPr algn="l">
              <a:defRPr sz="4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193765"/>
            <a:ext cx="5230788" cy="479613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70816" y="2540529"/>
            <a:ext cx="3046302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606" y="2540529"/>
            <a:ext cx="3023149" cy="382749"/>
          </a:xfrm>
        </p:spPr>
        <p:txBody>
          <a:bodyPr vert="horz" lIns="0" tIns="45720" rIns="91440" bIns="45720" rtlCol="0" anchor="b">
            <a:normAutofit/>
          </a:bodyPr>
          <a:lstStyle>
            <a:lvl1pPr>
              <a:defRPr lang="en-US" sz="1600" b="1" dirty="0"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70525" y="2944813"/>
            <a:ext cx="3046413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769606" y="2944813"/>
            <a:ext cx="3023149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60340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9009"/>
            <a:ext cx="3416928" cy="2884911"/>
          </a:xfrm>
        </p:spPr>
        <p:txBody>
          <a:bodyPr lIns="0" anchor="t">
            <a:normAutofit/>
          </a:bodyPr>
          <a:lstStyle>
            <a:lvl1pPr algn="r">
              <a:defRPr sz="400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10875" y="1809009"/>
            <a:ext cx="3686025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52175" y="1809009"/>
            <a:ext cx="3658010" cy="382749"/>
          </a:xfrm>
        </p:spPr>
        <p:txBody>
          <a:bodyPr vert="horz" lIns="0" tIns="45720" rIns="91440" bIns="45720" rtlCol="0" anchor="b">
            <a:normAutofit/>
          </a:bodyPr>
          <a:lstStyle>
            <a:lvl1pPr>
              <a:defRPr lang="en-US" sz="1600" b="1" dirty="0">
                <a:latin typeface="+mn-lt"/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10572" y="2213293"/>
            <a:ext cx="3686159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452175" y="2213293"/>
            <a:ext cx="3658010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0643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687089"/>
            <a:ext cx="4297212" cy="3449109"/>
          </a:xfrm>
          <a:solidFill>
            <a:schemeClr val="accent2"/>
          </a:solidFill>
        </p:spPr>
        <p:txBody>
          <a:bodyPr vert="horz" lIns="0" tIns="45720" rIns="324000" bIns="45720" rtlCol="0" anchor="ctr">
            <a:normAutofit/>
          </a:bodyPr>
          <a:lstStyle>
            <a:lvl1pPr>
              <a:defRPr lang="en-US" sz="4000" dirty="0">
                <a:latin typeface="+mj-lt"/>
              </a:defRPr>
            </a:lvl1pPr>
          </a:lstStyle>
          <a:p>
            <a:pPr marL="0" lvl="0" algn="r"/>
            <a:r>
              <a:rPr lang="en-US" dirty="0"/>
              <a:t>Click to edit Master title </a:t>
            </a:r>
            <a:br>
              <a:rPr lang="en-US" dirty="0"/>
            </a:br>
            <a:r>
              <a:rPr lang="en-US" dirty="0"/>
              <a:t>style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68750" y="1687089"/>
            <a:ext cx="3686025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52175" y="1687089"/>
            <a:ext cx="3658010" cy="382749"/>
          </a:xfrm>
        </p:spPr>
        <p:txBody>
          <a:bodyPr vert="horz" lIns="0" tIns="45720" rIns="91440" bIns="45720" rtlCol="0" anchor="b">
            <a:normAutofit/>
          </a:bodyPr>
          <a:lstStyle>
            <a:lvl1pPr marL="0" indent="0">
              <a:buNone/>
              <a:defRPr lang="en-US" sz="1600" b="1" dirty="0">
                <a:latin typeface="+mn-lt"/>
              </a:defRPr>
            </a:lvl1pPr>
          </a:lstStyle>
          <a:p>
            <a:pPr marL="228600" lvl="0" indent="-228600"/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68447" y="2091373"/>
            <a:ext cx="3686159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452175" y="2091373"/>
            <a:ext cx="3658010" cy="3044825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hape 62">
            <a:extLst>
              <a:ext uri="{FF2B5EF4-FFF2-40B4-BE49-F238E27FC236}">
                <a16:creationId xmlns:a16="http://schemas.microsoft.com/office/drawing/2014/main" id="{22325F4A-8191-45D3-B031-5847B1E4B3AA}"/>
              </a:ext>
            </a:extLst>
          </p:cNvPr>
          <p:cNvSpPr/>
          <p:nvPr userDrawn="1"/>
        </p:nvSpPr>
        <p:spPr>
          <a:xfrm rot="16200000" flipV="1">
            <a:off x="3332057" y="1331831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EEF041-4EFF-410A-AFB4-25A65B462B2D}"/>
              </a:ext>
            </a:extLst>
          </p:cNvPr>
          <p:cNvSpPr/>
          <p:nvPr userDrawn="1"/>
        </p:nvSpPr>
        <p:spPr>
          <a:xfrm>
            <a:off x="12087828" y="1675514"/>
            <a:ext cx="115747" cy="34491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044906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1687090"/>
            <a:ext cx="4568750" cy="1721802"/>
          </a:xfrm>
          <a:noFill/>
        </p:spPr>
        <p:txBody>
          <a:bodyPr lIns="0" rIns="324000" anchor="ctr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C8F08DC-8736-4BFE-8B72-8DD4184DEBE1}"/>
              </a:ext>
            </a:extLst>
          </p:cNvPr>
          <p:cNvSpPr txBox="1">
            <a:spLocks/>
          </p:cNvSpPr>
          <p:nvPr userDrawn="1"/>
        </p:nvSpPr>
        <p:spPr>
          <a:xfrm>
            <a:off x="-1" y="3408891"/>
            <a:ext cx="12203575" cy="3449109"/>
          </a:xfrm>
          <a:prstGeom prst="rect">
            <a:avLst/>
          </a:prstGeom>
          <a:solidFill>
            <a:schemeClr val="accent2"/>
          </a:solidFill>
        </p:spPr>
        <p:txBody>
          <a:bodyPr vert="horz" lIns="0" tIns="45720" rIns="324000" bIns="45720" rtlCol="0" anchor="ctr">
            <a:normAutofit/>
          </a:bodyPr>
          <a:lstStyle>
            <a:lvl1pPr algn="r">
              <a:lnSpc>
                <a:spcPct val="90000"/>
              </a:lnSpc>
              <a:spcBef>
                <a:spcPct val="0"/>
              </a:spcBef>
              <a:buNone/>
              <a:defRPr sz="4000" b="1" i="0" spc="-150">
                <a:solidFill>
                  <a:schemeClr val="tx2"/>
                </a:solidFill>
                <a:latin typeface="Constantia" panose="02030602050306030303" pitchFamily="18" charset="0"/>
                <a:ea typeface="+mj-ea"/>
                <a:cs typeface="Gill Sans" panose="020B0502020104020203" pitchFamily="34" charset="-79"/>
              </a:defRPr>
            </a:lvl1pPr>
          </a:lstStyle>
          <a:p>
            <a:pPr lvl="0"/>
            <a:endParaRPr lang="en-US" dirty="0">
              <a:latin typeface="+mn-lt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68750" y="3666354"/>
            <a:ext cx="3448800" cy="382749"/>
          </a:xfrm>
        </p:spPr>
        <p:txBody>
          <a:bodyPr lIns="0" anchor="b">
            <a:norm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54055" y="3666354"/>
            <a:ext cx="3450265" cy="382749"/>
          </a:xfrm>
        </p:spPr>
        <p:txBody>
          <a:bodyPr vert="horz" lIns="0" tIns="45720" rIns="91440" bIns="45720" rtlCol="0" anchor="b">
            <a:normAutofit/>
          </a:bodyPr>
          <a:lstStyle>
            <a:lvl1pPr marL="0" indent="0">
              <a:buNone/>
              <a:defRPr lang="en-US" sz="1600" b="1" dirty="0">
                <a:latin typeface="+mn-lt"/>
              </a:defRPr>
            </a:lvl1pPr>
          </a:lstStyle>
          <a:p>
            <a:pPr marL="228600" lvl="0" indent="-228600"/>
            <a:r>
              <a:rPr lang="en-US" dirty="0"/>
              <a:t>Click to add title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53E20B-DD70-4AFB-9D9B-17969F880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68447" y="4070639"/>
            <a:ext cx="3448800" cy="2253961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7EBF543-63D2-4169-AB73-3F4BD242FA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54055" y="4070639"/>
            <a:ext cx="3450265" cy="2253961"/>
          </a:xfrm>
        </p:spPr>
        <p:txBody>
          <a:bodyPr lIns="0" tIns="72000">
            <a:normAutofit/>
          </a:bodyPr>
          <a:lstStyle>
            <a:lvl1pPr>
              <a:defRPr sz="1400">
                <a:latin typeface="+mn-lt"/>
              </a:defRPr>
            </a:lvl1pPr>
            <a:lvl2pPr>
              <a:defRPr sz="1200">
                <a:latin typeface="+mn-lt"/>
              </a:defRPr>
            </a:lvl2pPr>
            <a:lvl3pPr>
              <a:defRPr sz="1100">
                <a:latin typeface="+mn-lt"/>
              </a:defRPr>
            </a:lvl3pPr>
            <a:lvl4pPr>
              <a:defRPr sz="1050">
                <a:latin typeface="+mn-lt"/>
              </a:defRPr>
            </a:lvl4pPr>
            <a:lvl5pPr>
              <a:defRPr sz="105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Shape 62">
            <a:extLst>
              <a:ext uri="{FF2B5EF4-FFF2-40B4-BE49-F238E27FC236}">
                <a16:creationId xmlns:a16="http://schemas.microsoft.com/office/drawing/2014/main" id="{DADD8B14-6C18-4FC5-89FD-62D525A444DB}"/>
              </a:ext>
            </a:extLst>
          </p:cNvPr>
          <p:cNvSpPr/>
          <p:nvPr userDrawn="1"/>
        </p:nvSpPr>
        <p:spPr>
          <a:xfrm rot="16200000" flipV="1">
            <a:off x="3332057" y="729943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9156155-C47D-47A0-A08D-DCAC4D742D3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2214412" y="3805254"/>
            <a:ext cx="1935925" cy="185477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2104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948" y="1193765"/>
            <a:ext cx="4385841" cy="1325563"/>
          </a:xfrm>
        </p:spPr>
        <p:txBody>
          <a:bodyPr anchor="b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4947" y="2632337"/>
            <a:ext cx="4385841" cy="335756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70816" y="2944854"/>
            <a:ext cx="3046302" cy="3045045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5D558A5-D3BF-4DB7-928F-A20868F3C37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70816" y="2540529"/>
            <a:ext cx="3046302" cy="382749"/>
          </a:xfrm>
        </p:spPr>
        <p:txBody>
          <a:bodyPr lIns="0" anchor="b">
            <a:no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B2C5FA2F-DD81-4A72-AB26-A4C663724F4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69607" y="2944854"/>
            <a:ext cx="3046302" cy="3045045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EBEB66-5E12-4FD8-AC09-10C992CA7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769606" y="2540529"/>
            <a:ext cx="3023149" cy="382749"/>
          </a:xfrm>
        </p:spPr>
        <p:txBody>
          <a:bodyPr lIns="0" anchor="b">
            <a:noAutofit/>
          </a:bodyPr>
          <a:lstStyle>
            <a:lvl1pPr marL="0" indent="0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</p:spTree>
    <p:extLst>
      <p:ext uri="{BB962C8B-B14F-4D97-AF65-F5344CB8AC3E}">
        <p14:creationId xmlns:p14="http://schemas.microsoft.com/office/powerpoint/2010/main" val="397081059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28658" y="836271"/>
            <a:ext cx="4263342" cy="5185458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57597" y="836271"/>
            <a:ext cx="4262400" cy="5185458"/>
          </a:xfrm>
          <a:solidFill>
            <a:schemeClr val="accent2"/>
          </a:solidFill>
        </p:spPr>
        <p:txBody>
          <a:bodyPr lIns="252000" tIns="144000" rIns="14400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033" y="1659770"/>
            <a:ext cx="2558005" cy="1325563"/>
          </a:xfrm>
        </p:spPr>
        <p:txBody>
          <a:bodyPr anchor="t"/>
          <a:lstStyle>
            <a:lvl1pPr algn="r">
              <a:defRPr>
                <a:latin typeface="+mj-lt"/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6" name="Shape 62">
            <a:extLst>
              <a:ext uri="{FF2B5EF4-FFF2-40B4-BE49-F238E27FC236}">
                <a16:creationId xmlns:a16="http://schemas.microsoft.com/office/drawing/2014/main" id="{9EDA533D-03E6-4B64-A81C-A6F9E3301AB5}"/>
              </a:ext>
            </a:extLst>
          </p:cNvPr>
          <p:cNvSpPr/>
          <p:nvPr userDrawn="1"/>
        </p:nvSpPr>
        <p:spPr>
          <a:xfrm rot="16200000" flipV="1">
            <a:off x="965155" y="43498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</p:spTree>
    <p:extLst>
      <p:ext uri="{BB962C8B-B14F-4D97-AF65-F5344CB8AC3E}">
        <p14:creationId xmlns:p14="http://schemas.microsoft.com/office/powerpoint/2010/main" val="32174074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3206186"/>
            <a:ext cx="12192000" cy="3651813"/>
          </a:xfrm>
          <a:solidFill>
            <a:schemeClr val="accent2"/>
          </a:solidFill>
        </p:spPr>
        <p:txBody>
          <a:bodyPr lIns="5400000" tIns="216000" rIns="180000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8053" y="1775520"/>
            <a:ext cx="6435524" cy="1325563"/>
          </a:xfrm>
        </p:spPr>
        <p:txBody>
          <a:bodyPr anchor="b"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71836" y="836271"/>
            <a:ext cx="3523423" cy="518545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2271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3D39E2-2188-4621-B115-A912A057E8A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78052" y="3206186"/>
            <a:ext cx="6435525" cy="2815543"/>
          </a:xfrm>
          <a:noFill/>
          <a:ln>
            <a:noFill/>
          </a:ln>
        </p:spPr>
        <p:txBody>
          <a:bodyPr lIns="0" tIns="216000" rIns="180000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78053" y="1775520"/>
            <a:ext cx="6435524" cy="1325563"/>
          </a:xfrm>
        </p:spPr>
        <p:txBody>
          <a:bodyPr lIns="0" anchor="b"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836271"/>
            <a:ext cx="3657059" cy="5185458"/>
          </a:xfrm>
          <a:solidFill>
            <a:schemeClr val="bg1">
              <a:lumMod val="95000"/>
            </a:schemeClr>
          </a:solidFill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1282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E84B7CE-D997-4F92-BD9D-3F9DE2782E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745620" y="3428990"/>
            <a:ext cx="7446380" cy="3429009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0731EC-67BA-493B-B1C7-6258DD2B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659770"/>
            <a:ext cx="3085618" cy="1325563"/>
          </a:xfrm>
        </p:spPr>
        <p:txBody>
          <a:bodyPr lIns="0" anchor="t"/>
          <a:lstStyle>
            <a:lvl1pPr algn="l">
              <a:defRPr>
                <a:latin typeface="+mj-lt"/>
              </a:defRPr>
            </a:lvl1pPr>
          </a:lstStyle>
          <a:p>
            <a:r>
              <a:rPr lang="en-US" dirty="0"/>
              <a:t>Click to </a:t>
            </a:r>
            <a:br>
              <a:rPr lang="en-US" dirty="0"/>
            </a:br>
            <a:r>
              <a:rPr lang="en-US" dirty="0"/>
              <a:t>Add Title</a:t>
            </a:r>
          </a:p>
        </p:txBody>
      </p:sp>
      <p:sp>
        <p:nvSpPr>
          <p:cNvPr id="6" name="Shape 62">
            <a:extLst>
              <a:ext uri="{FF2B5EF4-FFF2-40B4-BE49-F238E27FC236}">
                <a16:creationId xmlns:a16="http://schemas.microsoft.com/office/drawing/2014/main" id="{9EDA533D-03E6-4B64-A81C-A6F9E3301AB5}"/>
              </a:ext>
            </a:extLst>
          </p:cNvPr>
          <p:cNvSpPr/>
          <p:nvPr userDrawn="1"/>
        </p:nvSpPr>
        <p:spPr>
          <a:xfrm rot="16200000" flipV="1">
            <a:off x="965155" y="434980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15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F8596F-E730-47C4-86C3-F4A9B3F78268}"/>
              </a:ext>
            </a:extLst>
          </p:cNvPr>
          <p:cNvSpPr/>
          <p:nvPr userDrawn="1"/>
        </p:nvSpPr>
        <p:spPr>
          <a:xfrm>
            <a:off x="4745620" y="0"/>
            <a:ext cx="7446380" cy="3428990"/>
          </a:xfrm>
          <a:prstGeom prst="rect">
            <a:avLst/>
          </a:prstGeom>
          <a:solidFill>
            <a:schemeClr val="accent2"/>
          </a:solidFill>
        </p:spPr>
        <p:txBody>
          <a:bodyPr vert="horz" lIns="252000" tIns="144000" rIns="144000" bIns="45720" rtlCol="0">
            <a:no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sz="1400" b="0" i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E0AB4DF-4264-4631-9A72-72B25F9BEE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59078" y="987207"/>
            <a:ext cx="2837822" cy="382749"/>
          </a:xfrm>
        </p:spPr>
        <p:txBody>
          <a:bodyPr lIns="0" tIns="0" anchor="t"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title here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E3F0CD0-D764-45BB-9798-E9046593B3A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51371" y="987208"/>
            <a:ext cx="3501106" cy="1397178"/>
          </a:xfrm>
        </p:spPr>
        <p:txBody>
          <a:bodyPr lIns="0" tIns="0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363622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B9B3BD2-24FF-4E30-B0DA-4DCD6E57D9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0"/>
            <a:ext cx="113538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F92C0C-7E68-45AE-8824-6858C68747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4566452"/>
            <a:ext cx="5007015" cy="1440000"/>
          </a:xfrm>
          <a:solidFill>
            <a:schemeClr val="bg1"/>
          </a:solidFill>
        </p:spPr>
        <p:txBody>
          <a:bodyPr lIns="216000">
            <a:normAutofit/>
          </a:bodyPr>
          <a:lstStyle>
            <a:lvl1pPr>
              <a:defRPr sz="4000">
                <a:latin typeface="+mj-lt"/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5360238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B9B3BD2-24FF-4E30-B0DA-4DCD6E57D9F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0"/>
            <a:ext cx="113538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9A10FA-D831-43AB-9DF1-EDB14480E3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-1478756"/>
            <a:ext cx="4572000" cy="1189037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63202713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7FBD120B-8377-4641-9618-9DD682652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705635"/>
            <a:ext cx="5845215" cy="1440000"/>
          </a:xfrm>
          <a:solidFill>
            <a:schemeClr val="bg1"/>
          </a:solidFill>
        </p:spPr>
        <p:txBody>
          <a:bodyPr lIns="792000">
            <a:normAutofit/>
          </a:bodyPr>
          <a:lstStyle>
            <a:lvl1pPr>
              <a:defRPr sz="4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97402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9417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4979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8DF09845-7890-4D10-A53B-2A4D05316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5688402"/>
            <a:ext cx="8717280" cy="823070"/>
          </a:xfrm>
          <a:solidFill>
            <a:schemeClr val="bg1"/>
          </a:solidFill>
        </p:spPr>
        <p:txBody>
          <a:bodyPr lIns="0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472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549797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9541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1"/>
            <a:ext cx="11353800" cy="554736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7EBB9618-FC05-4C85-8241-A1EFCE812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3440" y="5688402"/>
            <a:ext cx="8717280" cy="823070"/>
          </a:xfrm>
          <a:solidFill>
            <a:schemeClr val="bg1"/>
          </a:solidFill>
        </p:spPr>
        <p:txBody>
          <a:bodyPr lIns="0"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366114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8200" y="853441"/>
            <a:ext cx="11353800" cy="5151119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98841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14209" y="1203769"/>
            <a:ext cx="9563582" cy="5060062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itle 4">
            <a:extLst>
              <a:ext uri="{FF2B5EF4-FFF2-40B4-BE49-F238E27FC236}">
                <a16:creationId xmlns:a16="http://schemas.microsoft.com/office/drawing/2014/main" id="{F595BB60-922F-4254-AD20-DEA3FA4B7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208" y="339162"/>
            <a:ext cx="9563581" cy="823070"/>
          </a:xfrm>
          <a:noFill/>
        </p:spPr>
        <p:txBody>
          <a:bodyPr lIns="0">
            <a:normAutofit/>
          </a:bodyPr>
          <a:lstStyle>
            <a:lvl1pPr>
              <a:defRPr sz="4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46570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8DE1C71F-8DD3-4FFB-B233-CF08AE5260F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36030" y="747000"/>
            <a:ext cx="10519940" cy="5364000"/>
          </a:xfrm>
          <a:solidFill>
            <a:schemeClr val="bg1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26770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5831840" y="0"/>
            <a:ext cx="552195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771525"/>
            <a:ext cx="4699000" cy="1694180"/>
          </a:xfrm>
        </p:spPr>
        <p:txBody>
          <a:bodyPr lIns="0" anchor="t">
            <a:noAutofit/>
          </a:bodyPr>
          <a:lstStyle>
            <a:lvl1pPr>
              <a:defRPr sz="6600" b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Section </a:t>
            </a:r>
            <a:br>
              <a:rPr lang="en-US" dirty="0"/>
            </a:br>
            <a:r>
              <a:rPr lang="en-US" dirty="0"/>
              <a:t>Header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6E820AC0-D6D8-48F9-9D9F-A17400A404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530361" y="4554447"/>
            <a:ext cx="2489200" cy="3124198"/>
          </a:xfrm>
        </p:spPr>
        <p:txBody>
          <a:bodyPr bIns="0" anchor="b">
            <a:noAutofit/>
          </a:bodyPr>
          <a:lstStyle>
            <a:lvl1pPr marL="0" indent="0" algn="r">
              <a:buNone/>
              <a:defRPr sz="25000">
                <a:solidFill>
                  <a:schemeClr val="bg1">
                    <a:alpha val="2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7176887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1" y="0"/>
            <a:ext cx="705612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771525"/>
            <a:ext cx="5257800" cy="1694180"/>
          </a:xfrm>
        </p:spPr>
        <p:txBody>
          <a:bodyPr lIns="0"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8BD7D8D-4534-4674-90CD-5444E7502E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02636" y="4463007"/>
            <a:ext cx="2489200" cy="3124198"/>
          </a:xfrm>
        </p:spPr>
        <p:txBody>
          <a:bodyPr bIns="0" anchor="b">
            <a:noAutofit/>
          </a:bodyPr>
          <a:lstStyle>
            <a:lvl1pPr marL="0" indent="0" algn="r">
              <a:buNone/>
              <a:defRPr sz="25000">
                <a:solidFill>
                  <a:schemeClr val="bg1">
                    <a:lumMod val="85000"/>
                    <a:alpha val="20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424968793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C75DEA4-0A76-480D-A95E-49B8E0DD97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35647" y="3145492"/>
            <a:ext cx="2489200" cy="3124198"/>
          </a:xfrm>
        </p:spPr>
        <p:txBody>
          <a:bodyPr bIns="0" anchor="b">
            <a:noAutofit/>
          </a:bodyPr>
          <a:lstStyle>
            <a:lvl1pPr marL="0" indent="0" algn="l">
              <a:buNone/>
              <a:defRPr sz="25000">
                <a:solidFill>
                  <a:srgbClr val="5DAAB0">
                    <a:alpha val="20000"/>
                  </a:srgb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0" y="1394370"/>
            <a:ext cx="7056121" cy="406926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1934210"/>
            <a:ext cx="5273040" cy="1694180"/>
          </a:xfrm>
        </p:spPr>
        <p:txBody>
          <a:bodyPr lIns="0" anchor="t">
            <a:normAutofit/>
          </a:bodyPr>
          <a:lstStyle>
            <a:lvl1pPr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</a:t>
            </a:r>
          </a:p>
        </p:txBody>
      </p:sp>
    </p:spTree>
    <p:extLst>
      <p:ext uri="{BB962C8B-B14F-4D97-AF65-F5344CB8AC3E}">
        <p14:creationId xmlns:p14="http://schemas.microsoft.com/office/powerpoint/2010/main" val="179353211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0729B41-53A1-4BDC-BF75-A9E553C70D89}"/>
              </a:ext>
            </a:extLst>
          </p:cNvPr>
          <p:cNvSpPr/>
          <p:nvPr userDrawn="1"/>
        </p:nvSpPr>
        <p:spPr>
          <a:xfrm>
            <a:off x="-16640" y="1"/>
            <a:ext cx="12208639" cy="490728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C2A57E-453E-4CB0-8392-79C883452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59" y="2691447"/>
            <a:ext cx="6272321" cy="1694180"/>
          </a:xfrm>
        </p:spPr>
        <p:txBody>
          <a:bodyPr lIns="0" anchor="b">
            <a:noAutofit/>
          </a:bodyPr>
          <a:lstStyle>
            <a:lvl1pPr algn="l">
              <a:defRPr sz="66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A110188-91CF-42CE-9B0F-643DB15F9D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91826" y="2613057"/>
            <a:ext cx="2489200" cy="3124198"/>
          </a:xfrm>
        </p:spPr>
        <p:txBody>
          <a:bodyPr bIns="0" anchor="b">
            <a:noAutofit/>
          </a:bodyPr>
          <a:lstStyle>
            <a:lvl1pPr marL="0" indent="0" algn="l">
              <a:buNone/>
              <a:defRPr sz="25000">
                <a:solidFill>
                  <a:srgbClr val="3B7579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76305242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49791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0DB138-926E-4EF2-BFC2-93D610E35703}"/>
              </a:ext>
            </a:extLst>
          </p:cNvPr>
          <p:cNvSpPr/>
          <p:nvPr userDrawn="1"/>
        </p:nvSpPr>
        <p:spPr>
          <a:xfrm>
            <a:off x="0" y="0"/>
            <a:ext cx="6057900" cy="6857995"/>
          </a:xfrm>
          <a:prstGeom prst="rect">
            <a:avLst/>
          </a:prstGeom>
          <a:solidFill>
            <a:schemeClr val="accent2"/>
          </a:solidFill>
        </p:spPr>
        <p:txBody>
          <a:bodyPr vert="horz" lIns="1296000" tIns="45720" rIns="432000" bIns="45720" rtlCol="0" anchor="ctr">
            <a:norm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Tx/>
              <a:buNone/>
            </a:pPr>
            <a:endParaRPr lang="en-US" sz="1400" b="0" i="0" spc="0" noProof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057" y="1100290"/>
            <a:ext cx="4008437" cy="1395208"/>
          </a:xfrm>
        </p:spPr>
        <p:txBody>
          <a:bodyPr lIns="0" anchor="b"/>
          <a:lstStyle>
            <a:lvl1pPr>
              <a:defRPr b="1">
                <a:latin typeface="+mj-lt"/>
              </a:defRPr>
            </a:lvl1pPr>
          </a:lstStyle>
          <a:p>
            <a:r>
              <a:rPr lang="en-US" noProof="0"/>
              <a:t>Click to Add Slide Title Here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6CAA743B-32D9-CE44-9E46-D38DB57EF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1058" y="2561159"/>
            <a:ext cx="4008437" cy="602887"/>
          </a:xfrm>
        </p:spPr>
        <p:txBody>
          <a:bodyPr lIns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00B58E1E-3AD1-467A-94AA-6578BE4756A3}"/>
              </a:ext>
            </a:extLst>
          </p:cNvPr>
          <p:cNvSpPr/>
          <p:nvPr userDrawn="1"/>
        </p:nvSpPr>
        <p:spPr>
          <a:xfrm rot="16200000" flipV="1">
            <a:off x="965155" y="18291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18323" y="1074809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18323" y="2365537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18323" y="3656265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18323" y="4946994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3278528"/>
            <a:ext cx="4008438" cy="2560899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EADDC907-00BA-437D-8631-DCDAA19616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90155" y="1042384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44A0EDB5-B80A-4225-9741-99690ADBCE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0155" y="2331743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E5C18081-A6EE-421D-96AC-0A7FA46F744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0155" y="3621102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1D21CB0A-3210-4B51-85A0-5111AEBA214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90155" y="4910461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444264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382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34DECF-152F-4E39-AD49-1ADCE9F759D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41375" y="3097232"/>
            <a:ext cx="4008120" cy="2742196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057" y="1100290"/>
            <a:ext cx="4008437" cy="1395208"/>
          </a:xfrm>
        </p:spPr>
        <p:txBody>
          <a:bodyPr lIns="0" anchor="b">
            <a:normAutofit/>
          </a:bodyPr>
          <a:lstStyle>
            <a:lvl1pPr>
              <a:defRPr sz="4000" b="1">
                <a:latin typeface="+mj-lt"/>
              </a:defRPr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6CAA743B-32D9-CE44-9E46-D38DB57EF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1058" y="2561159"/>
            <a:ext cx="4008437" cy="375081"/>
          </a:xfrm>
        </p:spPr>
        <p:txBody>
          <a:bodyPr lIns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00B58E1E-3AD1-467A-94AA-6578BE4756A3}"/>
              </a:ext>
            </a:extLst>
          </p:cNvPr>
          <p:cNvSpPr/>
          <p:nvPr userDrawn="1"/>
        </p:nvSpPr>
        <p:spPr>
          <a:xfrm rot="16200000" flipV="1">
            <a:off x="965155" y="18291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18323" y="1074809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18323" y="2365537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18323" y="3656265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18323" y="4946994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EADDC907-00BA-437D-8631-DCDAA19616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90155" y="1042384"/>
            <a:ext cx="804759" cy="804759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44A0EDB5-B80A-4225-9741-99690ADBCE8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0155" y="2331743"/>
            <a:ext cx="804759" cy="804759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E5C18081-A6EE-421D-96AC-0A7FA46F744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0155" y="3621102"/>
            <a:ext cx="804759" cy="804759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1D21CB0A-3210-4B51-85A0-5111AEBA214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90155" y="4910461"/>
            <a:ext cx="804759" cy="804759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92251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3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0DB138-926E-4EF2-BFC2-93D610E35703}"/>
              </a:ext>
            </a:extLst>
          </p:cNvPr>
          <p:cNvSpPr/>
          <p:nvPr userDrawn="1"/>
        </p:nvSpPr>
        <p:spPr>
          <a:xfrm>
            <a:off x="0" y="3721472"/>
            <a:ext cx="12192000" cy="3136523"/>
          </a:xfrm>
          <a:prstGeom prst="rect">
            <a:avLst/>
          </a:prstGeom>
          <a:solidFill>
            <a:schemeClr val="accent2"/>
          </a:solidFill>
        </p:spPr>
        <p:txBody>
          <a:bodyPr vert="horz" lIns="1296000" tIns="45720" rIns="432000" bIns="45720" rtlCol="0" anchor="ctr">
            <a:norm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Tx/>
              <a:buNone/>
            </a:pPr>
            <a:endParaRPr lang="en-US" sz="1400" b="0" i="0" spc="0" noProof="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8543" y="358610"/>
            <a:ext cx="10854914" cy="804759"/>
          </a:xfrm>
        </p:spPr>
        <p:txBody>
          <a:bodyPr lIns="0" anchor="b">
            <a:normAutofit/>
          </a:bodyPr>
          <a:lstStyle>
            <a:lvl1pPr algn="ctr">
              <a:defRPr sz="4000" b="1">
                <a:latin typeface="+mj-lt"/>
              </a:defRPr>
            </a:lvl1pPr>
          </a:lstStyle>
          <a:p>
            <a:r>
              <a:rPr lang="en-US" noProof="0"/>
              <a:t>Click to Add Slide Title Here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C7AA169-6546-4620-BD7B-7B36553C2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3303" y="2677210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>
            <a:normAutofit/>
          </a:bodyPr>
          <a:lstStyle>
            <a:lvl1pPr>
              <a:defRPr sz="8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CE9C16DA-A24B-4516-BCC8-C747730478D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10608" y="2677210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A498122E-BB6F-4765-B85E-6410B9CE17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157913" y="2677210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19B2F25-5E98-4166-8476-BE599D16121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005218" y="2677210"/>
            <a:ext cx="804759" cy="804759"/>
          </a:xfrm>
          <a:prstGeom prst="ellipse">
            <a:avLst/>
          </a:prstGeom>
          <a:solidFill>
            <a:schemeClr val="bg1"/>
          </a:solidFill>
          <a:ln w="19050">
            <a:solidFill>
              <a:srgbClr val="1F1F26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780" y="3920809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76825" y="3923752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2870" y="3920809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68916" y="3916626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1337302"/>
            <a:ext cx="10685257" cy="541483"/>
          </a:xfrm>
        </p:spPr>
        <p:txBody>
          <a:bodyPr l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84102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4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8543" y="1039330"/>
            <a:ext cx="10854914" cy="804759"/>
          </a:xfrm>
        </p:spPr>
        <p:txBody>
          <a:bodyPr lIns="0" anchor="b">
            <a:normAutofit/>
          </a:bodyPr>
          <a:lstStyle>
            <a:lvl1pPr algn="ctr">
              <a:defRPr sz="4000" b="1">
                <a:latin typeface="+mj-lt"/>
              </a:defRPr>
            </a:lvl1pPr>
          </a:lstStyle>
          <a:p>
            <a:r>
              <a:rPr lang="en-US" noProof="0"/>
              <a:t>Click to Add Slide Title Here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C7AA169-6546-4620-BD7B-7B36553C2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41120" y="3235748"/>
            <a:ext cx="1049126" cy="1049124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>
            <a:normAutofit/>
          </a:bodyPr>
          <a:lstStyle>
            <a:lvl1pPr>
              <a:defRPr sz="800">
                <a:latin typeface="+mn-lt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CE9C16DA-A24B-4516-BCC8-C747730478D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88425" y="3235748"/>
            <a:ext cx="1049126" cy="1049124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A498122E-BB6F-4765-B85E-6410B9CE17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035730" y="3235748"/>
            <a:ext cx="1049126" cy="1049124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19B2F25-5E98-4166-8476-BE599D16121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883035" y="3235748"/>
            <a:ext cx="1049126" cy="1049124"/>
          </a:xfrm>
          <a:prstGeom prst="ellipse">
            <a:avLst/>
          </a:prstGeom>
          <a:solidFill>
            <a:schemeClr val="accent1"/>
          </a:solidFill>
          <a:ln w="19050">
            <a:noFill/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780" y="4601529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76825" y="4604472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2870" y="4601529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68916" y="4597346"/>
            <a:ext cx="2469806" cy="731694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A4E9B315-244E-41A8-B655-63FCC22CCF4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2018022"/>
            <a:ext cx="10685257" cy="541483"/>
          </a:xfrm>
        </p:spPr>
        <p:txBody>
          <a:bodyPr lIns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0055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4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0DB138-926E-4EF2-BFC2-93D610E35703}"/>
              </a:ext>
            </a:extLst>
          </p:cNvPr>
          <p:cNvSpPr/>
          <p:nvPr userDrawn="1"/>
        </p:nvSpPr>
        <p:spPr>
          <a:xfrm>
            <a:off x="6134100" y="0"/>
            <a:ext cx="6057900" cy="6857995"/>
          </a:xfrm>
          <a:prstGeom prst="rect">
            <a:avLst/>
          </a:prstGeom>
          <a:solidFill>
            <a:srgbClr val="DFE3E9"/>
          </a:solidFill>
        </p:spPr>
        <p:txBody>
          <a:bodyPr vert="horz" lIns="1296000" tIns="45720" rIns="432000" bIns="45720" rtlCol="0" anchor="ctr">
            <a:normAutofit/>
          </a:bodyPr>
          <a:lstStyle/>
          <a:p>
            <a:pPr lvl="0" indent="0">
              <a:lnSpc>
                <a:spcPct val="100000"/>
              </a:lnSpc>
              <a:spcBef>
                <a:spcPts val="1000"/>
              </a:spcBef>
              <a:buFontTx/>
              <a:buNone/>
            </a:pPr>
            <a:endParaRPr lang="en-US" sz="1400" b="0" i="0" spc="0" noProof="0" dirty="0">
              <a:solidFill>
                <a:schemeClr val="tx2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5B2C2DA-ADF3-D44B-8824-9B44E01F74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057" y="2234610"/>
            <a:ext cx="4008437" cy="1395208"/>
          </a:xfrm>
        </p:spPr>
        <p:txBody>
          <a:bodyPr lIns="0" anchor="b"/>
          <a:lstStyle>
            <a:lvl1pPr>
              <a:defRPr b="1">
                <a:latin typeface="+mj-lt"/>
              </a:defRPr>
            </a:lvl1pPr>
          </a:lstStyle>
          <a:p>
            <a:r>
              <a:rPr lang="en-US" noProof="0"/>
              <a:t>Click to Add Slide Title Here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6CAA743B-32D9-CE44-9E46-D38DB57EFA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41058" y="3695479"/>
            <a:ext cx="4008437" cy="602887"/>
          </a:xfrm>
        </p:spPr>
        <p:txBody>
          <a:bodyPr lIns="0" anchor="t">
            <a:normAutofit/>
          </a:bodyPr>
          <a:lstStyle>
            <a:lvl1pPr marL="0" indent="0">
              <a:buNone/>
              <a:defRPr sz="1400" spc="300">
                <a:solidFill>
                  <a:schemeClr val="tx2"/>
                </a:solidFill>
                <a:latin typeface="+mn-lt"/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SUBTITLE HERE</a:t>
            </a:r>
          </a:p>
        </p:txBody>
      </p:sp>
      <p:sp>
        <p:nvSpPr>
          <p:cNvPr id="5" name="Shape 62">
            <a:extLst>
              <a:ext uri="{FF2B5EF4-FFF2-40B4-BE49-F238E27FC236}">
                <a16:creationId xmlns:a16="http://schemas.microsoft.com/office/drawing/2014/main" id="{00B58E1E-3AD1-467A-94AA-6578BE4756A3}"/>
              </a:ext>
            </a:extLst>
          </p:cNvPr>
          <p:cNvSpPr/>
          <p:nvPr userDrawn="1"/>
        </p:nvSpPr>
        <p:spPr>
          <a:xfrm rot="16200000" flipV="1">
            <a:off x="965155" y="1152611"/>
            <a:ext cx="0" cy="1930310"/>
          </a:xfrm>
          <a:prstGeom prst="line">
            <a:avLst/>
          </a:prstGeom>
          <a:ln w="19050">
            <a:solidFill>
              <a:schemeClr val="tx2"/>
            </a:solidFill>
            <a:miter lim="400000"/>
          </a:ln>
        </p:spPr>
        <p:txBody>
          <a:bodyPr lIns="19050" tIns="19050" rIns="19050" bIns="19050" anchor="ctr"/>
          <a:lstStyle/>
          <a:p>
            <a:pPr algn="ctr">
              <a:defRPr sz="300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lang="en-US" sz="1500" noProof="0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C7AA169-6546-4620-BD7B-7B36553C28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87422" y="1038724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>
            <a:normAutofit/>
          </a:bodyPr>
          <a:lstStyle>
            <a:lvl1pPr>
              <a:defRPr sz="800">
                <a:latin typeface="+mn-lt"/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CE9C16DA-A24B-4516-BCC8-C747730478D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87422" y="2330235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A498122E-BB6F-4765-B85E-6410B9CE17A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687422" y="3621746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Picture Placeholder 5">
            <a:extLst>
              <a:ext uri="{FF2B5EF4-FFF2-40B4-BE49-F238E27FC236}">
                <a16:creationId xmlns:a16="http://schemas.microsoft.com/office/drawing/2014/main" id="{D19B2F25-5E98-4166-8476-BE599D16121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87422" y="4913257"/>
            <a:ext cx="804759" cy="804759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>
              <a:defRPr lang="en-US" sz="800" dirty="0">
                <a:latin typeface="+mn-lt"/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985C547-771F-4BD4-ADA8-B270DC50BDB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18323" y="1074809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726DA1D-D34F-4505-9722-98586A88D85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18323" y="2365537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A05F0E8-C4BA-4839-9D3B-C830E739802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18323" y="3656265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3BDE5625-360A-435B-8812-2FFD30C937B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18323" y="4946994"/>
            <a:ext cx="3977648" cy="731694"/>
          </a:xfrm>
        </p:spPr>
        <p:txBody>
          <a:bodyPr anchor="ctr">
            <a:normAutofit/>
          </a:bodyPr>
          <a:lstStyle>
            <a:lvl1pPr marL="0" indent="0">
              <a:buNone/>
              <a:defRPr sz="14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94667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64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EE8D18BE-27C3-4048-91A7-DD0F0F8D0861}"/>
              </a:ext>
            </a:extLst>
          </p:cNvPr>
          <p:cNvSpPr/>
          <p:nvPr userDrawn="1"/>
        </p:nvSpPr>
        <p:spPr>
          <a:xfrm>
            <a:off x="4190264" y="2280735"/>
            <a:ext cx="1874870" cy="1874870"/>
          </a:xfrm>
          <a:prstGeom prst="ellipse">
            <a:avLst/>
          </a:prstGeom>
          <a:noFill/>
          <a:ln>
            <a:solidFill>
              <a:srgbClr val="5DA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FBBE79-9A2D-485C-A5FF-D6F6AFD2A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6887" y="616350"/>
            <a:ext cx="7978227" cy="1062602"/>
          </a:xfrm>
        </p:spPr>
        <p:txBody>
          <a:bodyPr lIns="0"/>
          <a:lstStyle>
            <a:lvl1pPr algn="ctr">
              <a:defRPr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D8C8A61-C19F-4EF6-A991-5B6EFC5F7A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06007" y="2385012"/>
            <a:ext cx="1643384" cy="1643384"/>
          </a:xfrm>
          <a:prstGeom prst="ellipse">
            <a:avLst/>
          </a:prstGeom>
        </p:spPr>
        <p:txBody>
          <a:bodyPr>
            <a:normAutofit/>
          </a:bodyPr>
          <a:lstStyle>
            <a:lvl1pPr algn="ctr">
              <a:defRPr sz="16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FB28CC40-CBF3-4E1C-841D-45C7739F95E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73705" y="2385012"/>
            <a:ext cx="1643384" cy="1643384"/>
          </a:xfrm>
          <a:prstGeom prst="ellipse">
            <a:avLst/>
          </a:prstGeom>
        </p:spPr>
        <p:txBody>
          <a:bodyPr>
            <a:normAutofit/>
          </a:bodyPr>
          <a:lstStyle>
            <a:lvl1pPr algn="ctr">
              <a:defRPr sz="16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12606688-9042-46BE-82EA-2A9034C212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06007" y="4352707"/>
            <a:ext cx="1643384" cy="1643384"/>
          </a:xfrm>
          <a:prstGeom prst="ellipse">
            <a:avLst/>
          </a:prstGeom>
        </p:spPr>
        <p:txBody>
          <a:bodyPr>
            <a:normAutofit/>
          </a:bodyPr>
          <a:lstStyle>
            <a:lvl1pPr algn="ctr">
              <a:defRPr sz="16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94A72397-DF36-48ED-9888-0827D143B9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73705" y="4352707"/>
            <a:ext cx="1643384" cy="1643384"/>
          </a:xfrm>
          <a:prstGeom prst="ellipse">
            <a:avLst/>
          </a:prstGeom>
        </p:spPr>
        <p:txBody>
          <a:bodyPr>
            <a:normAutofit/>
          </a:bodyPr>
          <a:lstStyle>
            <a:lvl1pPr algn="ctr">
              <a:defRPr sz="1600">
                <a:latin typeface="+mn-lt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DD736A8B-DD51-4DE5-A500-3F2E06CA9E1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504731" y="3168715"/>
            <a:ext cx="2517605" cy="484146"/>
          </a:xfrm>
        </p:spPr>
        <p:txBody>
          <a:bodyPr lIns="0">
            <a:noAutofit/>
          </a:bodyPr>
          <a:lstStyle>
            <a:lvl1pPr marL="0" indent="0" algn="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88F0D2C-15BE-4CDF-B390-80500DDD743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04731" y="2764389"/>
            <a:ext cx="2517605" cy="382749"/>
          </a:xfrm>
        </p:spPr>
        <p:txBody>
          <a:bodyPr lIns="0" anchor="b">
            <a:noAutofit/>
          </a:bodyPr>
          <a:lstStyle>
            <a:lvl1pPr marL="0" indent="0" algn="r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C14EC5C-D80F-42F2-A5F0-D4F07AADAE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41403" y="3168715"/>
            <a:ext cx="2517605" cy="484146"/>
          </a:xfrm>
        </p:spPr>
        <p:txBody>
          <a:bodyPr lIns="0">
            <a:noAutofit/>
          </a:bodyPr>
          <a:lstStyle>
            <a:lvl1pPr marL="0" indent="0" algn="l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35DD3B7-76E7-45B9-B75B-30D7AFC8EE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41403" y="2764389"/>
            <a:ext cx="2517605" cy="382749"/>
          </a:xfrm>
        </p:spPr>
        <p:txBody>
          <a:bodyPr lIns="0" anchor="b">
            <a:noAutofit/>
          </a:bodyPr>
          <a:lstStyle>
            <a:lvl1pPr marL="0" indent="0" algn="l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3B9FAC90-EA8D-4C0E-A0D1-0D252B50A12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504731" y="5167572"/>
            <a:ext cx="2517605" cy="484146"/>
          </a:xfrm>
        </p:spPr>
        <p:txBody>
          <a:bodyPr lIns="0">
            <a:noAutofit/>
          </a:bodyPr>
          <a:lstStyle>
            <a:lvl1pPr marL="0" indent="0" algn="r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5556F808-0B84-4923-9C86-83F13CFABBB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504731" y="4763246"/>
            <a:ext cx="2517605" cy="382749"/>
          </a:xfrm>
        </p:spPr>
        <p:txBody>
          <a:bodyPr lIns="0" anchor="b">
            <a:noAutofit/>
          </a:bodyPr>
          <a:lstStyle>
            <a:lvl1pPr marL="0" indent="0" algn="r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6D49870F-68D7-4CDC-8F2A-696151FA2B9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41403" y="5167572"/>
            <a:ext cx="2517605" cy="484146"/>
          </a:xfrm>
        </p:spPr>
        <p:txBody>
          <a:bodyPr lIns="0">
            <a:noAutofit/>
          </a:bodyPr>
          <a:lstStyle>
            <a:lvl1pPr marL="0" indent="0" algn="l">
              <a:buNone/>
              <a:defRPr sz="1400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530C251D-6B9A-485B-A02D-AAF34ECA7B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1403" y="4763246"/>
            <a:ext cx="2517605" cy="382749"/>
          </a:xfrm>
        </p:spPr>
        <p:txBody>
          <a:bodyPr lIns="0" anchor="b">
            <a:noAutofit/>
          </a:bodyPr>
          <a:lstStyle>
            <a:lvl1pPr marL="0" indent="0" algn="l">
              <a:buNone/>
              <a:defRPr sz="1600" b="1">
                <a:latin typeface="+mn-lt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ADD NAME HERE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C623159-5A5F-49ED-8FE8-D17FB82C8BB9}"/>
              </a:ext>
            </a:extLst>
          </p:cNvPr>
          <p:cNvSpPr/>
          <p:nvPr userDrawn="1"/>
        </p:nvSpPr>
        <p:spPr>
          <a:xfrm>
            <a:off x="6157960" y="2280735"/>
            <a:ext cx="1874870" cy="1874870"/>
          </a:xfrm>
          <a:prstGeom prst="ellipse">
            <a:avLst/>
          </a:prstGeom>
          <a:noFill/>
          <a:ln>
            <a:solidFill>
              <a:srgbClr val="5DA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3F630FE-FEDE-4DCF-98BE-57FA329D971D}"/>
              </a:ext>
            </a:extLst>
          </p:cNvPr>
          <p:cNvSpPr/>
          <p:nvPr userDrawn="1"/>
        </p:nvSpPr>
        <p:spPr>
          <a:xfrm>
            <a:off x="4190264" y="4236857"/>
            <a:ext cx="1874870" cy="1874870"/>
          </a:xfrm>
          <a:prstGeom prst="ellipse">
            <a:avLst/>
          </a:prstGeom>
          <a:noFill/>
          <a:ln>
            <a:solidFill>
              <a:srgbClr val="5DA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CEE0F46-6DA2-40B8-B7F9-015FA8D24163}"/>
              </a:ext>
            </a:extLst>
          </p:cNvPr>
          <p:cNvSpPr/>
          <p:nvPr userDrawn="1"/>
        </p:nvSpPr>
        <p:spPr>
          <a:xfrm>
            <a:off x="6157960" y="4236857"/>
            <a:ext cx="1874870" cy="1874870"/>
          </a:xfrm>
          <a:prstGeom prst="ellipse">
            <a:avLst/>
          </a:prstGeom>
          <a:noFill/>
          <a:ln>
            <a:solidFill>
              <a:srgbClr val="5DAAB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3117509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F6D2B1F-21AB-FC4C-ADF6-BC4463A62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180" y="687572"/>
            <a:ext cx="4767262" cy="1342045"/>
          </a:xfrm>
        </p:spPr>
        <p:txBody>
          <a:bodyPr lIns="0" anchor="b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372009-C299-3A49-80B3-22EAC70160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15420" y="687573"/>
            <a:ext cx="5370740" cy="1342044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400" spc="0">
                <a:solidFill>
                  <a:schemeClr val="tx2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100" spc="0">
                <a:solidFill>
                  <a:schemeClr val="tx2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050" spc="0">
                <a:solidFill>
                  <a:schemeClr val="tx2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352E4A8-F531-4E6C-BD45-CE540EDB1D4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2392680"/>
            <a:ext cx="10719842" cy="4167505"/>
          </a:xfrm>
        </p:spPr>
        <p:txBody>
          <a:bodyPr/>
          <a:lstStyle/>
          <a:p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4456074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8F6D2B1F-21AB-FC4C-ADF6-BC4463A62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7180" y="687572"/>
            <a:ext cx="4767262" cy="1342045"/>
          </a:xfrm>
        </p:spPr>
        <p:txBody>
          <a:bodyPr lIns="0" anchor="b">
            <a:normAutofit/>
          </a:bodyPr>
          <a:lstStyle>
            <a:lvl1pPr algn="r">
              <a:defRPr sz="4000">
                <a:latin typeface="+mj-lt"/>
              </a:defRPr>
            </a:lvl1pPr>
          </a:lstStyle>
          <a:p>
            <a:r>
              <a:rPr lang="en-US" noProof="0"/>
              <a:t>Click to Add </a:t>
            </a:r>
            <a:br>
              <a:rPr lang="en-US" noProof="0"/>
            </a:br>
            <a:r>
              <a:rPr lang="en-US" noProof="0"/>
              <a:t>Slide Title Here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1372009-C299-3A49-80B3-22EAC70160E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815420" y="687573"/>
            <a:ext cx="5370740" cy="1342044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buNone/>
              <a:defRPr sz="1400" spc="0">
                <a:solidFill>
                  <a:schemeClr val="tx2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100" spc="0">
                <a:solidFill>
                  <a:schemeClr val="tx2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050" spc="0">
                <a:solidFill>
                  <a:schemeClr val="tx2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000" spc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D352E4A8-F531-4E6C-BD45-CE540EDB1D48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815420" y="2392680"/>
            <a:ext cx="5742622" cy="4023995"/>
          </a:xfrm>
        </p:spPr>
        <p:txBody>
          <a:bodyPr/>
          <a:lstStyle/>
          <a:p>
            <a:r>
              <a:rPr lang="en-US" noProof="0"/>
              <a:t>Click icon to add chart</a:t>
            </a:r>
            <a:endParaRPr lang="en-US" noProof="0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9E9201F-1E54-4CE0-974D-2A45F04F48B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8200" y="2392045"/>
            <a:ext cx="4776788" cy="4023995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985145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74535-13A9-914D-A6BC-97AFF2883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700" y="289560"/>
            <a:ext cx="10896600" cy="893218"/>
          </a:xfrm>
        </p:spPr>
        <p:txBody>
          <a:bodyPr anchor="b"/>
          <a:lstStyle>
            <a:lvl1pPr algn="ctr"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43A40995-514F-A74C-B120-F2ADB492062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7700" y="1097363"/>
            <a:ext cx="10896600" cy="60288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 spc="300">
                <a:solidFill>
                  <a:schemeClr val="tx2"/>
                </a:solidFill>
              </a:defRPr>
            </a:lvl1pPr>
            <a:lvl2pPr>
              <a:defRPr sz="1100">
                <a:solidFill>
                  <a:schemeClr val="tx2"/>
                </a:solidFill>
              </a:defRPr>
            </a:lvl2pPr>
            <a:lvl3pPr>
              <a:defRPr sz="1050">
                <a:solidFill>
                  <a:schemeClr val="tx2"/>
                </a:solidFill>
              </a:defRPr>
            </a:lvl3pPr>
            <a:lvl4pPr>
              <a:defRPr sz="1000">
                <a:solidFill>
                  <a:schemeClr val="tx2"/>
                </a:solidFill>
              </a:defRPr>
            </a:lvl4pPr>
            <a:lvl5pPr>
              <a:defRPr sz="10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EC1740A4-BBA1-4296-9738-ADD3B80B2439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47700" y="1806575"/>
            <a:ext cx="10896600" cy="457835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082984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697232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AC817481-FC70-46B9-B779-4E5C04778C8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2725" y="198755"/>
            <a:ext cx="3856038" cy="42354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D653D0B5-B695-4544-91E9-B8223EA713F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12285" y="198755"/>
            <a:ext cx="7651115" cy="423545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0DB6AEA-811C-4554-97AF-7D4F2639BD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13361" y="4648200"/>
            <a:ext cx="7651116" cy="201167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75694821-2A94-40B8-8AAD-3E3762AFD38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22919" y="4648200"/>
            <a:ext cx="3855721" cy="2011679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277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22015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  <p:sldLayoutId id="2147483748" r:id="rId12"/>
    <p:sldLayoutId id="2147483749" r:id="rId13"/>
    <p:sldLayoutId id="2147483752" r:id="rId14"/>
    <p:sldLayoutId id="2147483753" r:id="rId15"/>
    <p:sldLayoutId id="2147483735" r:id="rId16"/>
    <p:sldLayoutId id="2147483689" r:id="rId17"/>
    <p:sldLayoutId id="2147483684" r:id="rId18"/>
    <p:sldLayoutId id="2147483651" r:id="rId19"/>
    <p:sldLayoutId id="2147483685" r:id="rId20"/>
    <p:sldLayoutId id="2147483674" r:id="rId21"/>
    <p:sldLayoutId id="2147483690" r:id="rId22"/>
    <p:sldLayoutId id="2147483693" r:id="rId23"/>
    <p:sldLayoutId id="2147483709" r:id="rId24"/>
    <p:sldLayoutId id="2147483710" r:id="rId25"/>
    <p:sldLayoutId id="2147483711" r:id="rId26"/>
    <p:sldLayoutId id="2147483712" r:id="rId27"/>
    <p:sldLayoutId id="2147483704" r:id="rId28"/>
    <p:sldLayoutId id="2147483702" r:id="rId29"/>
    <p:sldLayoutId id="2147483713" r:id="rId30"/>
    <p:sldLayoutId id="2147483714" r:id="rId31"/>
    <p:sldLayoutId id="2147483715" r:id="rId32"/>
    <p:sldLayoutId id="2147483695" r:id="rId33"/>
    <p:sldLayoutId id="2147483730" r:id="rId34"/>
    <p:sldLayoutId id="2147483698" r:id="rId35"/>
    <p:sldLayoutId id="2147483731" r:id="rId36"/>
    <p:sldLayoutId id="2147483699" r:id="rId37"/>
    <p:sldLayoutId id="2147483732" r:id="rId38"/>
    <p:sldLayoutId id="2147483700" r:id="rId39"/>
    <p:sldLayoutId id="2147483733" r:id="rId40"/>
    <p:sldLayoutId id="2147483701" r:id="rId41"/>
    <p:sldLayoutId id="2147483734" r:id="rId42"/>
    <p:sldLayoutId id="2147483705" r:id="rId43"/>
    <p:sldLayoutId id="2147483706" r:id="rId44"/>
    <p:sldLayoutId id="2147483707" r:id="rId45"/>
    <p:sldLayoutId id="2147483708" r:id="rId46"/>
    <p:sldLayoutId id="2147483687" r:id="rId47"/>
    <p:sldLayoutId id="2147483719" r:id="rId48"/>
    <p:sldLayoutId id="2147483720" r:id="rId49"/>
    <p:sldLayoutId id="2147483718" r:id="rId50"/>
    <p:sldLayoutId id="2147483721" r:id="rId51"/>
    <p:sldLayoutId id="2147483716" r:id="rId52"/>
    <p:sldLayoutId id="2147483723" r:id="rId53"/>
    <p:sldLayoutId id="2147483725" r:id="rId54"/>
    <p:sldLayoutId id="2147483726" r:id="rId55"/>
    <p:sldLayoutId id="2147483675" r:id="rId56"/>
    <p:sldLayoutId id="2147483677" r:id="rId57"/>
    <p:sldLayoutId id="2147483728" r:id="rId58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8" userDrawn="1">
          <p15:clr>
            <a:srgbClr val="F26B43"/>
          </p15:clr>
        </p15:guide>
        <p15:guide id="2" orient="horz" pos="404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8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D1ECA-F5D0-1888-A9C0-FE92DF849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Placeholder 5" descr="Buildings">
            <a:extLst>
              <a:ext uri="{FF2B5EF4-FFF2-40B4-BE49-F238E27FC236}">
                <a16:creationId xmlns:a16="http://schemas.microsoft.com/office/drawing/2014/main" id="{EE508691-C31F-3447-D357-390AEDE9003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02" b="7802"/>
          <a:stretch>
            <a:fillRect/>
          </a:stretch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10AA2D6-207E-4745-CA71-EFF89505E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AGILITA AG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24C27A-8CC5-E8B2-15FA-A1B02E7DF93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0" y="3090444"/>
            <a:ext cx="7252504" cy="1247876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Digital Transformation &amp; Cloud Scalability</a:t>
            </a:r>
          </a:p>
          <a:p>
            <a:r>
              <a:rPr lang="en-US" sz="2400" dirty="0"/>
              <a:t>Executive Summary &amp; Implementation Strategy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F874A5-0898-66AC-FB97-F206F44FEE5D}"/>
              </a:ext>
            </a:extLst>
          </p:cNvPr>
          <p:cNvSpPr txBox="1"/>
          <p:nvPr/>
        </p:nvSpPr>
        <p:spPr>
          <a:xfrm>
            <a:off x="838199" y="4583447"/>
            <a:ext cx="37133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“Get Us Ready to Scale”</a:t>
            </a:r>
          </a:p>
          <a:p>
            <a:r>
              <a:rPr lang="en-US" sz="1600" dirty="0">
                <a:solidFill>
                  <a:schemeClr val="bg1"/>
                </a:solidFill>
              </a:rPr>
              <a:t> – Standardizing core operations with SAP</a:t>
            </a:r>
            <a:endParaRPr lang="en-IN" sz="16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07B993-C973-4F3B-BE13-C3AFD4E22AC8}"/>
              </a:ext>
            </a:extLst>
          </p:cNvPr>
          <p:cNvSpPr txBox="1"/>
          <p:nvPr/>
        </p:nvSpPr>
        <p:spPr>
          <a:xfrm>
            <a:off x="838199" y="5786508"/>
            <a:ext cx="32590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Prepared by</a:t>
            </a:r>
            <a:r>
              <a:rPr lang="en-US" sz="1600" dirty="0">
                <a:solidFill>
                  <a:schemeClr val="bg1"/>
                </a:solidFill>
              </a:rPr>
              <a:t>: Functional Consultant</a:t>
            </a:r>
          </a:p>
          <a:p>
            <a:r>
              <a:rPr lang="en-US" sz="1600" dirty="0">
                <a:solidFill>
                  <a:schemeClr val="bg1"/>
                </a:solidFill>
              </a:rPr>
              <a:t>SAP Project Implementation Team</a:t>
            </a:r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759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8022A-021F-B543-713B-46AEC6455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F83A318-04D6-4467-8FB2-ACEE974E7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59" y="5084038"/>
            <a:ext cx="3777614" cy="1331944"/>
          </a:xfrm>
        </p:spPr>
        <p:txBody>
          <a:bodyPr/>
          <a:lstStyle/>
          <a:p>
            <a:r>
              <a:rPr lang="en-US" sz="3200" dirty="0"/>
              <a:t>Customer and industry context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D2F58A-5ED7-2583-76EB-0FF1A35F43B2}"/>
              </a:ext>
            </a:extLst>
          </p:cNvPr>
          <p:cNvSpPr/>
          <p:nvPr/>
        </p:nvSpPr>
        <p:spPr>
          <a:xfrm>
            <a:off x="3777614" y="2055335"/>
            <a:ext cx="45719" cy="48026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6712F8-1375-2C53-7569-DE28C2F1B9BE}"/>
              </a:ext>
            </a:extLst>
          </p:cNvPr>
          <p:cNvSpPr txBox="1"/>
          <p:nvPr/>
        </p:nvSpPr>
        <p:spPr>
          <a:xfrm>
            <a:off x="3823333" y="2055335"/>
            <a:ext cx="836866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/>
              <a:t>Industry Macro Trends: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Shift to Public Cloud ERP</a:t>
            </a:r>
            <a:r>
              <a:rPr lang="en-US" sz="2000" dirty="0"/>
              <a:t>: </a:t>
            </a:r>
            <a:r>
              <a:rPr lang="en-US" sz="1600" dirty="0"/>
              <a:t>Organizations moving to standard cloud ERPs (S/4HANA Cloud) for scalability.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Cross-Border Talent Integration: </a:t>
            </a:r>
            <a:r>
              <a:rPr lang="en-US" sz="1600" dirty="0"/>
              <a:t>Rising need to manage and settle resources across international subsidiaries.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Embedded AI &amp; Automation: </a:t>
            </a:r>
            <a:r>
              <a:rPr lang="en-US" sz="1600" dirty="0"/>
              <a:t>Integrating copilot (SAP Joule) to cut routine administrative overhead.</a:t>
            </a:r>
            <a:endParaRPr lang="en-US" sz="20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F84816-2993-6A74-CCC0-72D3499DD426}"/>
              </a:ext>
            </a:extLst>
          </p:cNvPr>
          <p:cNvSpPr txBox="1"/>
          <p:nvPr/>
        </p:nvSpPr>
        <p:spPr>
          <a:xfrm>
            <a:off x="3777614" y="4292324"/>
            <a:ext cx="8391527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i="1" dirty="0"/>
              <a:t>Key Challenges Linked to Business Goals: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Workforce Scaling Strain: </a:t>
            </a:r>
            <a:r>
              <a:rPr lang="en-IN" sz="1600" dirty="0"/>
              <a:t>Employee count surged from 92 to 190, requiring automated HR onboarding and structured talent development in SAP SuccessFactors.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Cross-Border Complexity: </a:t>
            </a:r>
            <a:r>
              <a:rPr lang="en-IN" sz="1600" dirty="0"/>
              <a:t>Expanding into Berlin, Germany caused fragmented financial tracking, establishing the goal to automate Swiss-German intercompany settlements.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Resource &amp; Licensing Inefficiencies: </a:t>
            </a:r>
            <a:r>
              <a:rPr lang="en-IN" sz="1600" dirty="0"/>
              <a:t>A 100% surge in project volume led to a lack of visibility, driving the goal to centralize resource allocation and software licensing under one ERP.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58EEE02-C269-BAEE-793A-41A843D47095}"/>
              </a:ext>
            </a:extLst>
          </p:cNvPr>
          <p:cNvSpPr txBox="1"/>
          <p:nvPr/>
        </p:nvSpPr>
        <p:spPr>
          <a:xfrm>
            <a:off x="922020" y="48463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2594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AA07A-6B82-DE9E-8A37-0EC35863B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4752D3A-C49C-EC96-4CBD-01076EE46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057" y="1100290"/>
            <a:ext cx="5178743" cy="461810"/>
          </a:xfrm>
        </p:spPr>
        <p:txBody>
          <a:bodyPr>
            <a:noAutofit/>
          </a:bodyPr>
          <a:lstStyle/>
          <a:p>
            <a:r>
              <a:rPr lang="en-US" sz="3200" dirty="0"/>
              <a:t>analysis approach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27525F-C6E2-493C-012A-777AE66A97E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1661999"/>
            <a:ext cx="4008437" cy="602887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Strategic &amp; Human-Centered Evaluation Frameworks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0C1CE3B-ADFD-D474-9685-C3A963234EC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718323" y="1738888"/>
            <a:ext cx="3977648" cy="731694"/>
          </a:xfrm>
        </p:spPr>
        <p:txBody>
          <a:bodyPr>
            <a:normAutofit fontScale="77500" lnSpcReduction="20000"/>
          </a:bodyPr>
          <a:lstStyle/>
          <a:p>
            <a:r>
              <a:rPr lang="en-US" sz="1800" b="1" dirty="0"/>
              <a:t>Strengths: </a:t>
            </a:r>
          </a:p>
          <a:p>
            <a:r>
              <a:rPr lang="en-US" dirty="0"/>
              <a:t>Recognized SAP Gold Partner with deep cloud delivery expertise and an award-winning implementation track record.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081AC2F6-2191-298E-4A7F-EAD43670BF5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718323" y="2865644"/>
            <a:ext cx="3977648" cy="731694"/>
          </a:xfrm>
        </p:spPr>
        <p:txBody>
          <a:bodyPr>
            <a:normAutofit fontScale="77500" lnSpcReduction="20000"/>
          </a:bodyPr>
          <a:lstStyle/>
          <a:p>
            <a:r>
              <a:rPr lang="en-US" sz="1900" b="1" dirty="0"/>
              <a:t>Weaknesses:</a:t>
            </a:r>
          </a:p>
          <a:p>
            <a:r>
              <a:rPr lang="en-US" dirty="0"/>
              <a:t>Operational bottlenecks in HR and PM from rapid doubling (92 to 190 staff) and disconnected Swiss-German intercompany billing.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80189D0-03C2-1215-19AC-0AB39EEB921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718323" y="4060014"/>
            <a:ext cx="3977648" cy="731694"/>
          </a:xfrm>
        </p:spPr>
        <p:txBody>
          <a:bodyPr>
            <a:normAutofit fontScale="92500" lnSpcReduction="20000"/>
          </a:bodyPr>
          <a:lstStyle/>
          <a:p>
            <a:r>
              <a:rPr lang="en-US" sz="1700" b="1" dirty="0"/>
              <a:t>Opportunities:</a:t>
            </a:r>
          </a:p>
          <a:p>
            <a:r>
              <a:rPr lang="en-US" dirty="0"/>
              <a:t>Accelerate European cloud ERP growth (GROW with SAP) and embed SAP Joule AI to automate workflows.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C3C2EE0-B5D7-E23B-DEC6-620F892368A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718323" y="5094107"/>
            <a:ext cx="3977648" cy="731694"/>
          </a:xfrm>
        </p:spPr>
        <p:txBody>
          <a:bodyPr>
            <a:normAutofit fontScale="85000" lnSpcReduction="20000"/>
          </a:bodyPr>
          <a:lstStyle/>
          <a:p>
            <a:r>
              <a:rPr lang="en-US" sz="1900" b="1" dirty="0"/>
              <a:t>Threats:</a:t>
            </a:r>
          </a:p>
          <a:p>
            <a:r>
              <a:rPr lang="en-US" dirty="0"/>
              <a:t>Heightened competition for IT consulting talent and delivery risks if business expansion outpaces operational controls.</a:t>
            </a:r>
          </a:p>
        </p:txBody>
      </p: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96343FA6-2E4B-66FC-825C-380A31456C3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000" b="1" i="1" dirty="0">
                <a:solidFill>
                  <a:schemeClr val="bg1"/>
                </a:solidFill>
              </a:rPr>
              <a:t>Design Thinking Analysis Approach</a:t>
            </a:r>
          </a:p>
          <a:p>
            <a:r>
              <a:rPr lang="en-US" dirty="0">
                <a:solidFill>
                  <a:schemeClr val="bg1"/>
                </a:solidFill>
              </a:rPr>
              <a:t>Empathizes directly with internal </a:t>
            </a:r>
            <a:r>
              <a:rPr lang="en-IN" dirty="0">
                <a:solidFill>
                  <a:schemeClr val="bg1"/>
                </a:solidFill>
              </a:rPr>
              <a:t>end-users — project </a:t>
            </a:r>
            <a:r>
              <a:rPr lang="en-US" dirty="0">
                <a:solidFill>
                  <a:schemeClr val="bg1"/>
                </a:solidFill>
              </a:rPr>
              <a:t>managers, team leaders and </a:t>
            </a:r>
            <a:r>
              <a:rPr lang="en-IN" dirty="0">
                <a:solidFill>
                  <a:schemeClr val="bg1"/>
                </a:solidFill>
              </a:rPr>
              <a:t>consultants — to </a:t>
            </a:r>
            <a:r>
              <a:rPr lang="en-US" dirty="0">
                <a:solidFill>
                  <a:schemeClr val="bg1"/>
                </a:solidFill>
              </a:rPr>
              <a:t>address real operational pain points. It validates a “stick to the standard” cloud strategy in SAP SuccessFactors and Project Management to reduce administrative burdens and streamline onboarding without complex, costly customizations.</a:t>
            </a:r>
          </a:p>
        </p:txBody>
      </p:sp>
      <p:pic>
        <p:nvPicPr>
          <p:cNvPr id="46" name="Picture Placeholder 45">
            <a:extLst>
              <a:ext uri="{FF2B5EF4-FFF2-40B4-BE49-F238E27FC236}">
                <a16:creationId xmlns:a16="http://schemas.microsoft.com/office/drawing/2014/main" id="{E7CDC426-B9E4-0E00-55EA-8FE564924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797029" y="1765347"/>
            <a:ext cx="804759" cy="804759"/>
          </a:xfrm>
        </p:spPr>
      </p:pic>
      <p:pic>
        <p:nvPicPr>
          <p:cNvPr id="50" name="Picture Placeholder 49">
            <a:extLst>
              <a:ext uri="{FF2B5EF4-FFF2-40B4-BE49-F238E27FC236}">
                <a16:creationId xmlns:a16="http://schemas.microsoft.com/office/drawing/2014/main" id="{D5F2CB8B-A476-474E-76B0-701943C08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797029" y="2876148"/>
            <a:ext cx="804759" cy="804759"/>
          </a:xfrm>
        </p:spPr>
      </p:pic>
      <p:pic>
        <p:nvPicPr>
          <p:cNvPr id="52" name="Picture Placeholder 51">
            <a:extLst>
              <a:ext uri="{FF2B5EF4-FFF2-40B4-BE49-F238E27FC236}">
                <a16:creationId xmlns:a16="http://schemas.microsoft.com/office/drawing/2014/main" id="{9C8A0DF3-5A7F-F9E2-E574-194CAD8B3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797029" y="5094107"/>
            <a:ext cx="804759" cy="804759"/>
          </a:xfrm>
        </p:spPr>
      </p:pic>
      <p:pic>
        <p:nvPicPr>
          <p:cNvPr id="54" name="Picture Placeholder 53">
            <a:extLst>
              <a:ext uri="{FF2B5EF4-FFF2-40B4-BE49-F238E27FC236}">
                <a16:creationId xmlns:a16="http://schemas.microsoft.com/office/drawing/2014/main" id="{881E7CEE-1EF5-3554-E01D-41C248B10D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797028" y="3986949"/>
            <a:ext cx="804759" cy="804759"/>
          </a:xfrm>
        </p:spPr>
      </p:pic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931AEE96-8CE0-2A2E-4011-D2483A5785FE}"/>
              </a:ext>
            </a:extLst>
          </p:cNvPr>
          <p:cNvSpPr txBox="1">
            <a:spLocks/>
          </p:cNvSpPr>
          <p:nvPr/>
        </p:nvSpPr>
        <p:spPr>
          <a:xfrm>
            <a:off x="6797029" y="856418"/>
            <a:ext cx="4008437" cy="602887"/>
          </a:xfrm>
          <a:prstGeom prst="rect">
            <a:avLst/>
          </a:prstGeom>
        </p:spPr>
        <p:txBody>
          <a:bodyPr vert="horz" lIns="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 spc="3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1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05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/>
              <a:t>SWOT ANALYSIS</a:t>
            </a:r>
          </a:p>
        </p:txBody>
      </p:sp>
    </p:spTree>
    <p:extLst>
      <p:ext uri="{BB962C8B-B14F-4D97-AF65-F5344CB8AC3E}">
        <p14:creationId xmlns:p14="http://schemas.microsoft.com/office/powerpoint/2010/main" val="2718492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D8CD555-AB49-4CAE-998F-97A85F59A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Project team &amp; collaboration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9F84EC5-6024-EE9C-7474-065F7A7C7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454208"/>
          </a:xfrm>
        </p:spPr>
        <p:txBody>
          <a:bodyPr/>
          <a:lstStyle/>
          <a:p>
            <a:r>
              <a:rPr lang="en-IN" sz="2400" b="1" i="1" dirty="0">
                <a:latin typeface="+mj-lt"/>
              </a:rPr>
              <a:t>Project Team &amp; Key Roles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9AC353-C070-C168-25E4-733AD5C680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454208"/>
          </a:xfrm>
        </p:spPr>
        <p:txBody>
          <a:bodyPr/>
          <a:lstStyle/>
          <a:p>
            <a:r>
              <a:rPr lang="en-IN" sz="2400" b="1" i="1" dirty="0">
                <a:latin typeface="+mj-lt"/>
              </a:rPr>
              <a:t>Collaboration Framework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7FF9BA-71A2-DEE4-6696-8E545CCCB192}"/>
              </a:ext>
            </a:extLst>
          </p:cNvPr>
          <p:cNvSpPr txBox="1"/>
          <p:nvPr/>
        </p:nvSpPr>
        <p:spPr>
          <a:xfrm>
            <a:off x="887219" y="2948940"/>
            <a:ext cx="5087075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b="1" i="1" dirty="0"/>
              <a:t>Project Manager: </a:t>
            </a:r>
          </a:p>
          <a:p>
            <a:r>
              <a:rPr lang="en-IN" sz="1600" b="1" i="1" dirty="0"/>
              <a:t>	 </a:t>
            </a:r>
            <a:r>
              <a:rPr lang="en-IN" sz="1400" dirty="0"/>
              <a:t>Establishes governance, controls the 9-month timeline, 	tracks deliverables and enforces a “stick to standard” cloud 	methodology.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b="1" i="1" dirty="0"/>
              <a:t>Functional Consultant (My Role): </a:t>
            </a:r>
          </a:p>
          <a:p>
            <a:r>
              <a:rPr lang="en-IN" sz="1400" dirty="0"/>
              <a:t>	Maps HR, resource management, and billing workflows into 	SAP SuccessFactors and S/4HANA Cloud to eliminate 	operational bottlenecks.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b="1" i="1" dirty="0"/>
              <a:t>Technical Consultant: </a:t>
            </a:r>
          </a:p>
          <a:p>
            <a:r>
              <a:rPr lang="en-IN" sz="1600" b="1" i="1" dirty="0"/>
              <a:t>	</a:t>
            </a:r>
            <a:r>
              <a:rPr lang="en-IN" sz="1400" dirty="0"/>
              <a:t>Leads cloud integrations across SAP S/4HANA Cloud and 	BTP, automating Swiss-German intercompany settlement 	rules.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b="1" i="1" dirty="0"/>
              <a:t>Data Analyst/Key Users: </a:t>
            </a:r>
          </a:p>
          <a:p>
            <a:r>
              <a:rPr lang="en-IN" sz="1600" b="1" i="1" dirty="0"/>
              <a:t>	</a:t>
            </a:r>
            <a:r>
              <a:rPr lang="en-IN" sz="1400" dirty="0"/>
              <a:t>Builds management dashboards in SAP Analytics Cloud to 	give leadership real-time visibility over consultant availability 	and margins.</a:t>
            </a:r>
            <a:endParaRPr lang="en-IN" sz="1600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84C779-68B2-3E6D-9573-76E0D346AF4C}"/>
              </a:ext>
            </a:extLst>
          </p:cNvPr>
          <p:cNvSpPr txBox="1"/>
          <p:nvPr/>
        </p:nvSpPr>
        <p:spPr>
          <a:xfrm>
            <a:off x="6523736" y="2948940"/>
            <a:ext cx="5087072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i="1" dirty="0"/>
              <a:t>Project Kick-off &amp; Alignment: </a:t>
            </a:r>
          </a:p>
          <a:p>
            <a:r>
              <a:rPr lang="en-IN" sz="1600" b="1" i="1" dirty="0"/>
              <a:t>	</a:t>
            </a:r>
            <a:r>
              <a:rPr lang="en-IN" sz="1400" dirty="0"/>
              <a:t>Conduct cross-office kick-off sessions with Swiss and 	Berlin stakeholders to establish shared project milestones 	and ownership.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i="1" dirty="0"/>
              <a:t>Functional – Technical Alignment: </a:t>
            </a:r>
          </a:p>
          <a:p>
            <a:r>
              <a:rPr lang="en-IN" sz="1600" b="1" i="1" dirty="0"/>
              <a:t>	</a:t>
            </a:r>
            <a:r>
              <a:rPr lang="en-IN" sz="1400" dirty="0"/>
              <a:t>Translate business and HR pain points directly into 	standard SAP cloud configurations through iterative 	sprint reviews.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i="1" dirty="0"/>
              <a:t>Stakeholder Engagement: </a:t>
            </a:r>
          </a:p>
          <a:p>
            <a:r>
              <a:rPr lang="en-IN" sz="1600" b="1" i="1" dirty="0"/>
              <a:t>	</a:t>
            </a:r>
            <a:r>
              <a:rPr lang="en-IN" sz="1400" dirty="0"/>
              <a:t>Partner closely with internal team leaders and project 	managers to streamline onboarding and maintain high user 	adoption.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i="1" dirty="0"/>
              <a:t>Continuous Feedback Loops: </a:t>
            </a:r>
          </a:p>
          <a:p>
            <a:r>
              <a:rPr lang="en-IN" sz="1600" b="1" i="1" dirty="0"/>
              <a:t>	</a:t>
            </a:r>
            <a:r>
              <a:rPr lang="en-IN" sz="1400" dirty="0"/>
              <a:t>Run regular validation checkpoints to ensure system 	usability and transparent cross-border reporting before       	go-live.</a:t>
            </a:r>
            <a:endParaRPr lang="en-IN" sz="16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DAC070-C373-7859-0C80-9A9D3DAE5E3D}"/>
              </a:ext>
            </a:extLst>
          </p:cNvPr>
          <p:cNvSpPr/>
          <p:nvPr/>
        </p:nvSpPr>
        <p:spPr>
          <a:xfrm>
            <a:off x="6096000" y="1859280"/>
            <a:ext cx="45719" cy="49987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79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727C1-5C6C-F8FA-E9AC-E55AA8E1F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C29BDF-2782-0A6D-96CA-604312D7FF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3952240"/>
            <a:ext cx="12192000" cy="2905759"/>
          </a:xfrm>
          <a:solidFill>
            <a:schemeClr val="accent2"/>
          </a:solidFill>
        </p:spPr>
        <p:txBody>
          <a:bodyPr/>
          <a:lstStyle/>
          <a:p>
            <a:r>
              <a:rPr lang="en-US" dirty="0">
                <a:solidFill>
                  <a:schemeClr val="accent2">
                    <a:alpha val="0"/>
                  </a:schemeClr>
                </a:solidFill>
              </a:rPr>
              <a:t>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76D019A-5187-067D-82DF-BF7FB5A83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42" y="1117600"/>
            <a:ext cx="3900537" cy="508000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+mn-lt"/>
              </a:rPr>
              <a:t>Future Roadmap</a:t>
            </a:r>
            <a:endParaRPr lang="en-US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B4C869-8A6A-717B-9BAE-E9EB74ED3548}"/>
              </a:ext>
            </a:extLst>
          </p:cNvPr>
          <p:cNvSpPr txBox="1"/>
          <p:nvPr/>
        </p:nvSpPr>
        <p:spPr>
          <a:xfrm>
            <a:off x="5206934" y="1625600"/>
            <a:ext cx="6435524" cy="20005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2000" b="1" i="1" dirty="0"/>
              <a:t>10–15% Time Savings: </a:t>
            </a:r>
            <a:r>
              <a:rPr lang="en-IN" sz="1600" i="1" dirty="0"/>
              <a:t>Freed up project management office (PMO) capacity to focus on high-value client advisory.</a:t>
            </a:r>
            <a:endParaRPr lang="en-IN" i="1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b="1" i="1" dirty="0"/>
              <a:t>5% Cost &amp; Overhead Reduction: </a:t>
            </a:r>
            <a:r>
              <a:rPr lang="en-IN" sz="1600" i="1" dirty="0"/>
              <a:t>Lowered overall IT licensing costs and cut routine administrative effort.</a:t>
            </a:r>
            <a:endParaRPr lang="en-IN" i="1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b="1" i="1" dirty="0"/>
              <a:t>100% Resource Transparency: </a:t>
            </a:r>
            <a:r>
              <a:rPr lang="en-IN" sz="1600" i="1" dirty="0"/>
              <a:t>Established complete visibility into consultant availability, project margins, and automated Swiss-German intercompany billing.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BA31AF-9E50-7688-C2EF-F3D890F33E1B}"/>
              </a:ext>
            </a:extLst>
          </p:cNvPr>
          <p:cNvSpPr txBox="1"/>
          <p:nvPr/>
        </p:nvSpPr>
        <p:spPr>
          <a:xfrm>
            <a:off x="549542" y="1751598"/>
            <a:ext cx="3900537" cy="49859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i="1" dirty="0"/>
              <a:t>Deploy SAP Joule: </a:t>
            </a:r>
            <a:r>
              <a:rPr lang="en-IN" sz="1600" dirty="0"/>
              <a:t>Integrate SAP’s generative AI copilot to automate internal queries and project administrative reporting.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i="1" dirty="0"/>
              <a:t>Expand SAP SuccessFactors: </a:t>
            </a:r>
            <a:r>
              <a:rPr lang="en-IN" sz="1600" dirty="0"/>
              <a:t>Roll out the automated onboarding module to accelerate ramp-up times for new hires across all business units.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i="1" dirty="0"/>
              <a:t>Continuous Cloud Innovation: </a:t>
            </a:r>
            <a:r>
              <a:rPr lang="en-IN" sz="1600" dirty="0"/>
              <a:t>Leverage standard bi-annual SAP cloud release cycles to maintain clean-core scalability as European expansion continues.</a:t>
            </a:r>
            <a:br>
              <a:rPr lang="en-IN" sz="1600" dirty="0"/>
            </a:br>
            <a:endParaRPr lang="en-IN" sz="1600" dirty="0"/>
          </a:p>
          <a:p>
            <a:endParaRPr lang="en-IN" sz="1600" dirty="0"/>
          </a:p>
          <a:p>
            <a:endParaRPr lang="en-IN" sz="1600" dirty="0"/>
          </a:p>
          <a:p>
            <a:endParaRPr lang="en-IN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114221-E17F-C2D1-1B81-5DA7B2E06FB4}"/>
              </a:ext>
            </a:extLst>
          </p:cNvPr>
          <p:cNvSpPr txBox="1"/>
          <p:nvPr/>
        </p:nvSpPr>
        <p:spPr>
          <a:xfrm>
            <a:off x="5206933" y="4610129"/>
            <a:ext cx="64355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dirty="0">
                <a:solidFill>
                  <a:schemeClr val="bg1"/>
                </a:solidFill>
                <a:latin typeface="+mj-lt"/>
              </a:rPr>
              <a:t>Business Impact &amp; Future Roadmap</a:t>
            </a:r>
          </a:p>
        </p:txBody>
      </p:sp>
      <p:sp>
        <p:nvSpPr>
          <p:cNvPr id="11" name="Title 2">
            <a:extLst>
              <a:ext uri="{FF2B5EF4-FFF2-40B4-BE49-F238E27FC236}">
                <a16:creationId xmlns:a16="http://schemas.microsoft.com/office/drawing/2014/main" id="{F6B99219-6692-4959-CCD7-56C1415AA37A}"/>
              </a:ext>
            </a:extLst>
          </p:cNvPr>
          <p:cNvSpPr txBox="1">
            <a:spLocks/>
          </p:cNvSpPr>
          <p:nvPr/>
        </p:nvSpPr>
        <p:spPr>
          <a:xfrm>
            <a:off x="5206932" y="1117600"/>
            <a:ext cx="6435525" cy="50800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dirty="0">
                <a:solidFill>
                  <a:schemeClr val="tx1"/>
                </a:solidFill>
              </a:rPr>
              <a:t>Measurable  value  delivered</a:t>
            </a:r>
          </a:p>
        </p:txBody>
      </p:sp>
    </p:spTree>
    <p:extLst>
      <p:ext uri="{BB962C8B-B14F-4D97-AF65-F5344CB8AC3E}">
        <p14:creationId xmlns:p14="http://schemas.microsoft.com/office/powerpoint/2010/main" val="35297512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256</TotalTime>
  <Words>679</Words>
  <Application>Microsoft Office PowerPoint</Application>
  <PresentationFormat>Widescreen</PresentationFormat>
  <Paragraphs>66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Gill Sans MT</vt:lpstr>
      <vt:lpstr>Wingdings</vt:lpstr>
      <vt:lpstr>Wingdings 2</vt:lpstr>
      <vt:lpstr>Dividend</vt:lpstr>
      <vt:lpstr>AGILITA AG</vt:lpstr>
      <vt:lpstr>Customer and industry context</vt:lpstr>
      <vt:lpstr>analysis approach </vt:lpstr>
      <vt:lpstr>Project team &amp; collaboration</vt:lpstr>
      <vt:lpstr>Future Roadmap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Reaper Xing</dc:creator>
  <cp:lastModifiedBy>Reaper Xing</cp:lastModifiedBy>
  <cp:revision>6</cp:revision>
  <dcterms:created xsi:type="dcterms:W3CDTF">2026-09-04T11:29:08Z</dcterms:created>
  <dcterms:modified xsi:type="dcterms:W3CDTF">2026-09-06T11:50:40Z</dcterms:modified>
</cp:coreProperties>
</file>